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32.svg" ContentType="image/svg"/>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Lst>
  <p:notesMasterIdLst>
    <p:notesMasterId r:id="rId43"/>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76" r:id="rId31"/>
    <p:sldId id="278" r:id="rId32"/>
    <p:sldId id="279" r:id="rId33"/>
    <p:sldId id="280" r:id="rId34"/>
    <p:sldId id="281" r:id="rId35"/>
    <p:sldId id="269" r:id="rId36"/>
    <p:sldId id="270" r:id="rId37"/>
    <p:sldId id="271" r:id="rId38"/>
    <p:sldId id="272" r:id="rId39"/>
    <p:sldId id="273" r:id="rId40"/>
    <p:sldId id="274" r:id="rId41"/>
    <p:sldId id="275" r:id="rId4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73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1" d="100"/>
          <a:sy n="131" d="100"/>
        </p:scale>
        <p:origin x="10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slide" Target="slides/slide20.xml"/><Relationship Id="rId21" Type="http://schemas.openxmlformats.org/officeDocument/2006/relationships/slide" Target="slides/slide2.xml"/><Relationship Id="rId34" Type="http://schemas.openxmlformats.org/officeDocument/2006/relationships/slide" Target="slides/slide15.xml"/><Relationship Id="rId42" Type="http://schemas.openxmlformats.org/officeDocument/2006/relationships/slide" Target="slides/slide23.xml"/><Relationship Id="rId47"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slide" Target="slides/slide18.xml"/><Relationship Id="rId40" Type="http://schemas.openxmlformats.org/officeDocument/2006/relationships/slide" Target="slides/slide21.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slide" Target="slides/slide17.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 Id="rId43" Type="http://schemas.openxmlformats.org/officeDocument/2006/relationships/notesMaster" Target="notesMasters/notesMaster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slide" Target="slides/slide19.xml"/><Relationship Id="rId46" Type="http://schemas.openxmlformats.org/officeDocument/2006/relationships/theme" Target="theme/theme1.xml"/><Relationship Id="rId20" Type="http://schemas.openxmlformats.org/officeDocument/2006/relationships/slide" Target="slides/slide1.xml"/><Relationship Id="rId41"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18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18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183" name="PlaceHolder 4"/>
          <p:cNvSpPr>
            <a:spLocks noGrp="1"/>
          </p:cNvSpPr>
          <p:nvPr>
            <p:ph type="dt" idx="58"/>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184" name="PlaceHolder 5"/>
          <p:cNvSpPr>
            <a:spLocks noGrp="1"/>
          </p:cNvSpPr>
          <p:nvPr>
            <p:ph type="ftr" idx="59"/>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185" name="PlaceHolder 6"/>
          <p:cNvSpPr>
            <a:spLocks noGrp="1"/>
          </p:cNvSpPr>
          <p:nvPr>
            <p:ph type="sldNum" idx="60"/>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31D82AB1-4D7E-40A1-B83B-593A203D8B3C}"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 name="PlaceHolder 1"/>
          <p:cNvSpPr>
            <a:spLocks noGrp="1" noRot="1" noChangeAspect="1"/>
          </p:cNvSpPr>
          <p:nvPr>
            <p:ph type="sldImg"/>
          </p:nvPr>
        </p:nvSpPr>
        <p:spPr>
          <a:xfrm>
            <a:off x="685800" y="1143000"/>
            <a:ext cx="5484813" cy="3084513"/>
          </a:xfrm>
          <a:prstGeom prst="rect">
            <a:avLst/>
          </a:prstGeom>
          <a:ln w="0">
            <a:noFill/>
          </a:ln>
        </p:spPr>
      </p:sp>
      <p:sp>
        <p:nvSpPr>
          <p:cNvPr id="90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908" name="PlaceHolder 3"/>
          <p:cNvSpPr>
            <a:spLocks noGrp="1"/>
          </p:cNvSpPr>
          <p:nvPr>
            <p:ph type="sldNum" idx="65"/>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IN" sz="1200" b="0" strike="noStrike" spc="-1">
                <a:solidFill>
                  <a:srgbClr val="000000"/>
                </a:solidFill>
                <a:latin typeface="Calibri"/>
                <a:ea typeface="+mn-ea"/>
              </a:defRPr>
            </a:lvl1pPr>
          </a:lstStyle>
          <a:p>
            <a:pPr indent="0" algn="r" defTabSz="914400">
              <a:lnSpc>
                <a:spcPct val="100000"/>
              </a:lnSpc>
              <a:buNone/>
              <a:tabLst>
                <a:tab pos="0" algn="l"/>
              </a:tabLst>
            </a:pPr>
            <a:fld id="{32609369-005D-421A-9393-D26AA6F97BD9}" type="slidenum">
              <a:rPr lang="en-IN" sz="1200" b="0" strike="noStrike" spc="-1">
                <a:solidFill>
                  <a:srgbClr val="000000"/>
                </a:solidFill>
                <a:latin typeface="Calibri"/>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 name="PlaceHolder 1"/>
          <p:cNvSpPr>
            <a:spLocks noGrp="1" noRot="1" noChangeAspect="1"/>
          </p:cNvSpPr>
          <p:nvPr>
            <p:ph type="sldImg"/>
          </p:nvPr>
        </p:nvSpPr>
        <p:spPr>
          <a:xfrm>
            <a:off x="685800" y="1143000"/>
            <a:ext cx="5484813" cy="3084513"/>
          </a:xfrm>
          <a:prstGeom prst="rect">
            <a:avLst/>
          </a:prstGeom>
          <a:ln w="0">
            <a:noFill/>
          </a:ln>
        </p:spPr>
      </p:sp>
      <p:sp>
        <p:nvSpPr>
          <p:cNvPr id="910"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911" name="PlaceHolder 3"/>
          <p:cNvSpPr>
            <a:spLocks noGrp="1"/>
          </p:cNvSpPr>
          <p:nvPr>
            <p:ph type="sldNum" idx="66"/>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IN" sz="1200" b="0" strike="noStrike" spc="-1">
                <a:solidFill>
                  <a:srgbClr val="000000"/>
                </a:solidFill>
                <a:latin typeface="Calibri"/>
                <a:ea typeface="+mn-ea"/>
              </a:defRPr>
            </a:lvl1pPr>
          </a:lstStyle>
          <a:p>
            <a:pPr indent="0" algn="r" defTabSz="914400">
              <a:lnSpc>
                <a:spcPct val="100000"/>
              </a:lnSpc>
              <a:buNone/>
              <a:tabLst>
                <a:tab pos="0" algn="l"/>
              </a:tabLst>
            </a:pPr>
            <a:fld id="{885718AB-D710-49B0-BAE8-A61F0B0F3D72}" type="slidenum">
              <a:rPr lang="en-IN" sz="1200" b="0" strike="noStrike" spc="-1">
                <a:solidFill>
                  <a:srgbClr val="000000"/>
                </a:solidFill>
                <a:latin typeface="Calibri"/>
                <a:ea typeface="+mn-ea"/>
              </a:rPr>
              <a:t>20</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 name="PlaceHolder 1"/>
          <p:cNvSpPr>
            <a:spLocks noGrp="1" noRot="1" noChangeAspect="1"/>
          </p:cNvSpPr>
          <p:nvPr>
            <p:ph type="sldImg"/>
          </p:nvPr>
        </p:nvSpPr>
        <p:spPr>
          <a:xfrm>
            <a:off x="685800" y="1143000"/>
            <a:ext cx="5484813" cy="3084513"/>
          </a:xfrm>
          <a:prstGeom prst="rect">
            <a:avLst/>
          </a:prstGeom>
          <a:ln w="0">
            <a:noFill/>
          </a:ln>
        </p:spPr>
      </p:sp>
      <p:sp>
        <p:nvSpPr>
          <p:cNvPr id="913"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914" name="PlaceHolder 3"/>
          <p:cNvSpPr>
            <a:spLocks noGrp="1"/>
          </p:cNvSpPr>
          <p:nvPr>
            <p:ph type="sldNum" idx="67"/>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IN" sz="1200" b="0" strike="noStrike" spc="-1">
                <a:solidFill>
                  <a:srgbClr val="000000"/>
                </a:solidFill>
                <a:latin typeface="Calibri"/>
                <a:ea typeface="+mn-ea"/>
              </a:defRPr>
            </a:lvl1pPr>
          </a:lstStyle>
          <a:p>
            <a:pPr indent="0" algn="r" defTabSz="914400">
              <a:lnSpc>
                <a:spcPct val="100000"/>
              </a:lnSpc>
              <a:buNone/>
              <a:tabLst>
                <a:tab pos="0" algn="l"/>
              </a:tabLst>
            </a:pPr>
            <a:fld id="{C6FFA25C-BECB-4820-8057-2879A915BBFA}" type="slidenum">
              <a:rPr lang="en-IN" sz="1200" b="0" strike="noStrike" spc="-1">
                <a:solidFill>
                  <a:srgbClr val="000000"/>
                </a:solidFill>
                <a:latin typeface="Calibri"/>
                <a:ea typeface="+mn-ea"/>
              </a:rPr>
              <a:t>21</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PlaceHolder 1"/>
          <p:cNvSpPr>
            <a:spLocks noGrp="1" noRot="1" noChangeAspect="1"/>
          </p:cNvSpPr>
          <p:nvPr>
            <p:ph type="sldImg"/>
          </p:nvPr>
        </p:nvSpPr>
        <p:spPr>
          <a:xfrm>
            <a:off x="685800" y="1143000"/>
            <a:ext cx="5484813" cy="3084513"/>
          </a:xfrm>
          <a:prstGeom prst="rect">
            <a:avLst/>
          </a:prstGeom>
          <a:ln w="0">
            <a:noFill/>
          </a:ln>
        </p:spPr>
      </p:sp>
      <p:sp>
        <p:nvSpPr>
          <p:cNvPr id="916"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917" name="PlaceHolder 3"/>
          <p:cNvSpPr>
            <a:spLocks noGrp="1"/>
          </p:cNvSpPr>
          <p:nvPr>
            <p:ph type="sldNum" idx="68"/>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IN" sz="1200" b="0" strike="noStrike" spc="-1">
                <a:solidFill>
                  <a:srgbClr val="000000"/>
                </a:solidFill>
                <a:latin typeface="Calibri"/>
                <a:ea typeface="+mn-ea"/>
              </a:defRPr>
            </a:lvl1pPr>
          </a:lstStyle>
          <a:p>
            <a:pPr indent="0" algn="r" defTabSz="914400">
              <a:lnSpc>
                <a:spcPct val="100000"/>
              </a:lnSpc>
              <a:buNone/>
              <a:tabLst>
                <a:tab pos="0" algn="l"/>
              </a:tabLst>
            </a:pPr>
            <a:fld id="{FDBFB5C6-A346-41D8-AAB4-75CA3E90EC9F}" type="slidenum">
              <a:rPr lang="en-IN" sz="1200" b="0" strike="noStrike" spc="-1">
                <a:solidFill>
                  <a:srgbClr val="000000"/>
                </a:solidFill>
                <a:latin typeface="Calibri"/>
                <a:ea typeface="+mn-ea"/>
              </a:rPr>
              <a:t>22</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 name="PlaceHolder 1"/>
          <p:cNvSpPr>
            <a:spLocks noGrp="1" noRot="1" noChangeAspect="1"/>
          </p:cNvSpPr>
          <p:nvPr>
            <p:ph type="sldImg"/>
          </p:nvPr>
        </p:nvSpPr>
        <p:spPr>
          <a:xfrm>
            <a:off x="685800" y="1143000"/>
            <a:ext cx="5484813" cy="3084513"/>
          </a:xfrm>
          <a:prstGeom prst="rect">
            <a:avLst/>
          </a:prstGeom>
          <a:ln w="0">
            <a:noFill/>
          </a:ln>
        </p:spPr>
      </p:sp>
      <p:sp>
        <p:nvSpPr>
          <p:cNvPr id="919"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920" name="PlaceHolder 3"/>
          <p:cNvSpPr>
            <a:spLocks noGrp="1"/>
          </p:cNvSpPr>
          <p:nvPr>
            <p:ph type="sldNum" idx="69"/>
          </p:nvPr>
        </p:nvSpPr>
        <p:spPr>
          <a:xfrm>
            <a:off x="3884760" y="8685360"/>
            <a:ext cx="2970720" cy="4575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IN" sz="1200" b="0" strike="noStrike" spc="-1">
                <a:solidFill>
                  <a:srgbClr val="000000"/>
                </a:solidFill>
                <a:latin typeface="Calibri"/>
                <a:ea typeface="+mn-ea"/>
              </a:defRPr>
            </a:lvl1pPr>
          </a:lstStyle>
          <a:p>
            <a:pPr indent="0" algn="r" defTabSz="914400">
              <a:lnSpc>
                <a:spcPct val="100000"/>
              </a:lnSpc>
              <a:buNone/>
              <a:tabLst>
                <a:tab pos="0" algn="l"/>
              </a:tabLst>
            </a:pPr>
            <a:fld id="{C105BBFF-9D49-4013-9674-14EE5CD12D48}" type="slidenum">
              <a:rPr lang="en-IN" sz="1200" b="0" strike="noStrike" spc="-1">
                <a:solidFill>
                  <a:srgbClr val="000000"/>
                </a:solidFill>
                <a:latin typeface="Calibri"/>
                <a:ea typeface="+mn-ea"/>
              </a:rPr>
              <a:t>23</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A84C2CB0-33D4-4361-9C75-F1694A24BEF5}"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5_Custom Layou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7BD99D30-42F4-4DD1-82F8-85153BA0243E}"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50184AF6-EEE1-428A-9386-3C22A42B3893}"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8"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0"/>
          </p:nvPr>
        </p:nvSpPr>
        <p:spPr/>
        <p:txBody>
          <a:bodyPr/>
          <a:lstStyle/>
          <a:p>
            <a:r>
              <a:t>Footer</a:t>
            </a:r>
          </a:p>
        </p:txBody>
      </p:sp>
      <p:sp>
        <p:nvSpPr>
          <p:cNvPr id="6" name="PlaceHolder 5"/>
          <p:cNvSpPr>
            <a:spLocks noGrp="1"/>
          </p:cNvSpPr>
          <p:nvPr>
            <p:ph type="sldNum" idx="11"/>
          </p:nvPr>
        </p:nvSpPr>
        <p:spPr/>
        <p:txBody>
          <a:bodyPr/>
          <a:lstStyle/>
          <a:p>
            <a:fld id="{C1B026CD-5CAF-4618-AFFC-57FCCDB77516}" type="slidenum">
              <a:t>‹#›</a:t>
            </a:fld>
            <a:endParaRPr/>
          </a:p>
        </p:txBody>
      </p:sp>
      <p:sp>
        <p:nvSpPr>
          <p:cNvPr id="7" name="PlaceHolder 6"/>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4B6502CF-1659-41ED-866F-97FBAA02D573}"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16"/>
          </p:nvPr>
        </p:nvSpPr>
        <p:spPr/>
        <p:txBody>
          <a:bodyPr/>
          <a:lstStyle/>
          <a:p>
            <a:r>
              <a:t>Footer</a:t>
            </a:r>
          </a:p>
        </p:txBody>
      </p:sp>
      <p:sp>
        <p:nvSpPr>
          <p:cNvPr id="4" name="PlaceHolder 3"/>
          <p:cNvSpPr>
            <a:spLocks noGrp="1"/>
          </p:cNvSpPr>
          <p:nvPr>
            <p:ph type="sldNum" idx="17"/>
          </p:nvPr>
        </p:nvSpPr>
        <p:spPr/>
        <p:txBody>
          <a:bodyPr/>
          <a:lstStyle/>
          <a:p>
            <a:fld id="{B3BAA93B-AD6E-4467-A788-4A74AF3D9166}" type="slidenum">
              <a:t>‹#›</a:t>
            </a:fld>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AC1B26C9-7B4C-47FD-B7FB-5453B78885E8}"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lstStyle/>
          <a:p>
            <a:r>
              <a:t>Footer</a:t>
            </a:r>
          </a:p>
        </p:txBody>
      </p:sp>
      <p:sp>
        <p:nvSpPr>
          <p:cNvPr id="3" name="PlaceHolder 2"/>
          <p:cNvSpPr>
            <a:spLocks noGrp="1"/>
          </p:cNvSpPr>
          <p:nvPr>
            <p:ph type="sldNum" idx="23"/>
          </p:nvPr>
        </p:nvSpPr>
        <p:spPr/>
        <p:txBody>
          <a:bodyPr/>
          <a:lstStyle/>
          <a:p>
            <a:fld id="{4C0C3BAC-D7FE-4A77-812E-42EDA858B635}" type="slidenum">
              <a:t>‹#›</a:t>
            </a:fld>
            <a:endParaRPr/>
          </a:p>
        </p:txBody>
      </p:sp>
      <p:sp>
        <p:nvSpPr>
          <p:cNvPr id="4" name="PlaceHolder 3"/>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045BD916-D883-4F97-978D-83DA33B93DFF}"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C4593C22-178B-408A-84DF-1E779F14DB51}" type="slidenum">
              <a:t>‹#›</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79F7B2B2-5AAB-4483-A821-19C46A9AE20A}"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34"/>
          </p:nvPr>
        </p:nvSpPr>
        <p:spPr/>
        <p:txBody>
          <a:bodyPr/>
          <a:lstStyle/>
          <a:p>
            <a:r>
              <a:t>Footer</a:t>
            </a:r>
          </a:p>
        </p:txBody>
      </p:sp>
      <p:sp>
        <p:nvSpPr>
          <p:cNvPr id="5" name="PlaceHolder 4"/>
          <p:cNvSpPr>
            <a:spLocks noGrp="1"/>
          </p:cNvSpPr>
          <p:nvPr>
            <p:ph type="sldNum" idx="35"/>
          </p:nvPr>
        </p:nvSpPr>
        <p:spPr/>
        <p:txBody>
          <a:bodyPr/>
          <a:lstStyle/>
          <a:p>
            <a:fld id="{DED1FE3D-9B77-4679-9FC7-9506DA00DA27}" type="slidenum">
              <a:t>‹#›</a:t>
            </a:fld>
            <a:endParaRPr/>
          </a:p>
        </p:txBody>
      </p:sp>
      <p:sp>
        <p:nvSpPr>
          <p:cNvPr id="6" name="PlaceHolder 5"/>
          <p:cNvSpPr>
            <a:spLocks noGrp="1"/>
          </p:cNvSpPr>
          <p:nvPr>
            <p:ph type="dt" idx="36"/>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 Layout">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lstStyle/>
          <a:p>
            <a:r>
              <a:t>Footer</a:t>
            </a:r>
          </a:p>
        </p:txBody>
      </p:sp>
      <p:sp>
        <p:nvSpPr>
          <p:cNvPr id="3" name="PlaceHolder 2"/>
          <p:cNvSpPr>
            <a:spLocks noGrp="1"/>
          </p:cNvSpPr>
          <p:nvPr>
            <p:ph type="sldNum" idx="38"/>
          </p:nvPr>
        </p:nvSpPr>
        <p:spPr/>
        <p:txBody>
          <a:bodyPr/>
          <a:lstStyle/>
          <a:p>
            <a:fld id="{CD21A4DE-4014-4838-852E-2820B106C159}" type="slidenum">
              <a:t>‹#›</a:t>
            </a:fld>
            <a:endParaRPr/>
          </a:p>
        </p:txBody>
      </p:sp>
      <p:sp>
        <p:nvSpPr>
          <p:cNvPr id="4" name="PlaceHolder 3"/>
          <p:cNvSpPr>
            <a:spLocks noGrp="1"/>
          </p:cNvSpPr>
          <p:nvPr>
            <p:ph type="dt" idx="39"/>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Custom Layout">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A330F132-4234-48EA-90DA-4B9033D51F6E}" type="slidenum">
              <a:t>‹#›</a:t>
            </a:fld>
            <a:endParaRPr/>
          </a:p>
        </p:txBody>
      </p:sp>
      <p:sp>
        <p:nvSpPr>
          <p:cNvPr id="4" name="PlaceHolder 3"/>
          <p:cNvSpPr>
            <a:spLocks noGrp="1"/>
          </p:cNvSpPr>
          <p:nvPr>
            <p:ph type="dt" idx="42"/>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6_Custom Layout">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r>
              <a:t>Footer</a:t>
            </a:r>
          </a:p>
        </p:txBody>
      </p:sp>
      <p:sp>
        <p:nvSpPr>
          <p:cNvPr id="3" name="PlaceHolder 2"/>
          <p:cNvSpPr>
            <a:spLocks noGrp="1"/>
          </p:cNvSpPr>
          <p:nvPr>
            <p:ph type="sldNum" idx="44"/>
          </p:nvPr>
        </p:nvSpPr>
        <p:spPr/>
        <p:txBody>
          <a:bodyPr/>
          <a:lstStyle/>
          <a:p>
            <a:fld id="{E74E48DA-3C09-4B3C-A38C-DF83C904C217}" type="slidenum">
              <a:t>‹#›</a:t>
            </a:fld>
            <a:endParaRPr/>
          </a:p>
        </p:txBody>
      </p:sp>
      <p:sp>
        <p:nvSpPr>
          <p:cNvPr id="4" name="PlaceHolder 3"/>
          <p:cNvSpPr>
            <a:spLocks noGrp="1"/>
          </p:cNvSpPr>
          <p:nvPr>
            <p:ph type="dt" idx="45"/>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Custom Layout">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lstStyle/>
          <a:p>
            <a:r>
              <a:t>Footer</a:t>
            </a:r>
          </a:p>
        </p:txBody>
      </p:sp>
      <p:sp>
        <p:nvSpPr>
          <p:cNvPr id="3" name="PlaceHolder 2"/>
          <p:cNvSpPr>
            <a:spLocks noGrp="1"/>
          </p:cNvSpPr>
          <p:nvPr>
            <p:ph type="sldNum" idx="47"/>
          </p:nvPr>
        </p:nvSpPr>
        <p:spPr/>
        <p:txBody>
          <a:bodyPr/>
          <a:lstStyle/>
          <a:p>
            <a:fld id="{A28983AB-1D92-49D1-8152-6FA28FEAACA9}" type="slidenum">
              <a:t>‹#›</a:t>
            </a:fld>
            <a:endParaRPr/>
          </a:p>
        </p:txBody>
      </p:sp>
      <p:sp>
        <p:nvSpPr>
          <p:cNvPr id="4" name="PlaceHolder 3"/>
          <p:cNvSpPr>
            <a:spLocks noGrp="1"/>
          </p:cNvSpPr>
          <p:nvPr>
            <p:ph type="dt" idx="48"/>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3_Custom Layout">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lstStyle/>
          <a:p>
            <a:r>
              <a:t>Footer</a:t>
            </a:r>
          </a:p>
        </p:txBody>
      </p:sp>
      <p:sp>
        <p:nvSpPr>
          <p:cNvPr id="3" name="PlaceHolder 2"/>
          <p:cNvSpPr>
            <a:spLocks noGrp="1"/>
          </p:cNvSpPr>
          <p:nvPr>
            <p:ph type="sldNum" idx="50"/>
          </p:nvPr>
        </p:nvSpPr>
        <p:spPr/>
        <p:txBody>
          <a:bodyPr/>
          <a:lstStyle/>
          <a:p>
            <a:fld id="{9879D745-1C4E-4468-B7F1-519E0C1D84A0}" type="slidenum">
              <a:t>‹#›</a:t>
            </a:fld>
            <a:endParaRPr/>
          </a:p>
        </p:txBody>
      </p:sp>
      <p:sp>
        <p:nvSpPr>
          <p:cNvPr id="4" name="PlaceHolder 3"/>
          <p:cNvSpPr>
            <a:spLocks noGrp="1"/>
          </p:cNvSpPr>
          <p:nvPr>
            <p:ph type="dt" idx="51"/>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7_Custom Layout">
    <p:spTree>
      <p:nvGrpSpPr>
        <p:cNvPr id="1" name=""/>
        <p:cNvGrpSpPr/>
        <p:nvPr/>
      </p:nvGrpSpPr>
      <p:grpSpPr>
        <a:xfrm>
          <a:off x="0" y="0"/>
          <a:ext cx="0" cy="0"/>
          <a:chOff x="0" y="0"/>
          <a:chExt cx="0" cy="0"/>
        </a:xfrm>
      </p:grpSpPr>
      <p:sp>
        <p:nvSpPr>
          <p:cNvPr id="2" name="PlaceHolder 1"/>
          <p:cNvSpPr>
            <a:spLocks noGrp="1"/>
          </p:cNvSpPr>
          <p:nvPr>
            <p:ph type="ftr" idx="52"/>
          </p:nvPr>
        </p:nvSpPr>
        <p:spPr/>
        <p:txBody>
          <a:bodyPr/>
          <a:lstStyle/>
          <a:p>
            <a:r>
              <a:t>Footer</a:t>
            </a:r>
          </a:p>
        </p:txBody>
      </p:sp>
      <p:sp>
        <p:nvSpPr>
          <p:cNvPr id="3" name="PlaceHolder 2"/>
          <p:cNvSpPr>
            <a:spLocks noGrp="1"/>
          </p:cNvSpPr>
          <p:nvPr>
            <p:ph type="sldNum" idx="53"/>
          </p:nvPr>
        </p:nvSpPr>
        <p:spPr/>
        <p:txBody>
          <a:bodyPr/>
          <a:lstStyle/>
          <a:p>
            <a:fld id="{A0BBDAAF-1AFE-4261-A398-86632E84D75B}" type="slidenum">
              <a:t>‹#›</a:t>
            </a:fld>
            <a:endParaRPr/>
          </a:p>
        </p:txBody>
      </p:sp>
      <p:sp>
        <p:nvSpPr>
          <p:cNvPr id="4" name="PlaceHolder 3"/>
          <p:cNvSpPr>
            <a:spLocks noGrp="1"/>
          </p:cNvSpPr>
          <p:nvPr>
            <p:ph type="dt" idx="5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4_Custom Layout">
    <p:spTree>
      <p:nvGrpSpPr>
        <p:cNvPr id="1" name=""/>
        <p:cNvGrpSpPr/>
        <p:nvPr/>
      </p:nvGrpSpPr>
      <p:grpSpPr>
        <a:xfrm>
          <a:off x="0" y="0"/>
          <a:ext cx="0" cy="0"/>
          <a:chOff x="0" y="0"/>
          <a:chExt cx="0" cy="0"/>
        </a:xfrm>
      </p:grpSpPr>
      <p:sp>
        <p:nvSpPr>
          <p:cNvPr id="2" name="PlaceHolder 1"/>
          <p:cNvSpPr>
            <a:spLocks noGrp="1"/>
          </p:cNvSpPr>
          <p:nvPr>
            <p:ph type="ftr" idx="55"/>
          </p:nvPr>
        </p:nvSpPr>
        <p:spPr/>
        <p:txBody>
          <a:bodyPr/>
          <a:lstStyle/>
          <a:p>
            <a:r>
              <a:t>Footer</a:t>
            </a:r>
          </a:p>
        </p:txBody>
      </p:sp>
      <p:sp>
        <p:nvSpPr>
          <p:cNvPr id="3" name="PlaceHolder 2"/>
          <p:cNvSpPr>
            <a:spLocks noGrp="1"/>
          </p:cNvSpPr>
          <p:nvPr>
            <p:ph type="sldNum" idx="56"/>
          </p:nvPr>
        </p:nvSpPr>
        <p:spPr/>
        <p:txBody>
          <a:bodyPr/>
          <a:lstStyle/>
          <a:p>
            <a:fld id="{42CA6832-A768-4E80-A98B-D55FBAE0A34D}" type="slidenum">
              <a:t>‹#›</a:t>
            </a:fld>
            <a:endParaRPr/>
          </a:p>
        </p:txBody>
      </p:sp>
      <p:sp>
        <p:nvSpPr>
          <p:cNvPr id="4" name="PlaceHolder 3"/>
          <p:cNvSpPr>
            <a:spLocks noGrp="1"/>
          </p:cNvSpPr>
          <p:nvPr>
            <p:ph type="dt" idx="5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21"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2"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3"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4"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5" name="Freeform: Shape 1061"/>
          <p:cNvSpPr/>
          <p:nvPr/>
        </p:nvSpPr>
        <p:spPr>
          <a:xfrm rot="10800000">
            <a:off x="-136080" y="15120"/>
            <a:ext cx="12420360" cy="1441800"/>
          </a:xfrm>
          <a:custGeom>
            <a:avLst/>
            <a:gdLst>
              <a:gd name="textAreaLeft" fmla="*/ 0 w 12420360"/>
              <a:gd name="textAreaRight" fmla="*/ 12421440 w 12420360"/>
              <a:gd name="textAreaTop" fmla="*/ 0 h 1441800"/>
              <a:gd name="textAreaBottom" fmla="*/ 1442880 h 1441800"/>
            </a:gdLst>
            <a:ahLst/>
            <a:cxnLst/>
            <a:rect l="textAreaLeft" t="textAreaTop" r="textAreaRight" b="textAreaBottom"/>
            <a:pathLst>
              <a:path w="19874116" h="2308373">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a:solidFill>
              <a:srgbClr val="152B77">
                <a:alpha val="40000"/>
              </a:srgbClr>
            </a:solidFill>
            <a:prstDash val="sysDot"/>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6" name="Freeform: Shape 1062"/>
          <p:cNvSpPr/>
          <p:nvPr/>
        </p:nvSpPr>
        <p:spPr>
          <a:xfrm rot="10800000">
            <a:off x="1080" y="0"/>
            <a:ext cx="12191040" cy="1226880"/>
          </a:xfrm>
          <a:custGeom>
            <a:avLst/>
            <a:gdLst>
              <a:gd name="textAreaLeft" fmla="*/ 0 w 12191040"/>
              <a:gd name="textAreaRight" fmla="*/ 12192120 w 12191040"/>
              <a:gd name="textAreaTop" fmla="*/ 0 h 1226880"/>
              <a:gd name="textAreaBottom" fmla="*/ 1227960 h 1226880"/>
            </a:gdLst>
            <a:ahLst/>
            <a:cxnLst/>
            <a:rect l="textAreaLeft" t="textAreaTop" r="textAreaRight" b="textAreaBottom"/>
            <a:pathLst>
              <a:path w="19477036" h="1964635">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E32D91"/>
          </a:solidFill>
          <a:ln>
            <a:noFill/>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7" name="Oval 1064"/>
          <p:cNvSpPr/>
          <p:nvPr/>
        </p:nvSpPr>
        <p:spPr>
          <a:xfrm>
            <a:off x="-168480" y="1393920"/>
            <a:ext cx="99000" cy="99000"/>
          </a:xfrm>
          <a:prstGeom prst="ellipse">
            <a:avLst/>
          </a:prstGeom>
          <a:gradFill rotWithShape="0">
            <a:gsLst>
              <a:gs pos="0">
                <a:srgbClr val="152B77"/>
              </a:gs>
              <a:gs pos="100000">
                <a:srgbClr val="D50581"/>
              </a:gs>
            </a:gsLst>
            <a:lin ang="0"/>
          </a:gradFill>
          <a:ln w="57150">
            <a:solidFill>
              <a:srgbClr val="102059">
                <a:alpha val="30000"/>
              </a:srgbClr>
            </a:solidFill>
          </a:ln>
          <a:effectLst>
            <a:outerShdw blurRad="330120" dist="38160" dir="5400000" algn="t" rotWithShape="0">
              <a:srgbClr val="000000">
                <a:alpha val="31000"/>
              </a:srgbClr>
            </a:outerShdw>
          </a:effectLst>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8" name="Freeform: Shape 1065"/>
          <p:cNvSpPr/>
          <p:nvPr/>
        </p:nvSpPr>
        <p:spPr>
          <a:xfrm rot="10800000" flipH="1" flipV="1">
            <a:off x="-137520" y="5411520"/>
            <a:ext cx="12420360" cy="1441800"/>
          </a:xfrm>
          <a:custGeom>
            <a:avLst/>
            <a:gdLst>
              <a:gd name="textAreaLeft" fmla="*/ -720 w 12420360"/>
              <a:gd name="textAreaRight" fmla="*/ 12420720 w 12420360"/>
              <a:gd name="textAreaTop" fmla="*/ -720 h 1441800"/>
              <a:gd name="textAreaBottom" fmla="*/ 1442160 h 1441800"/>
            </a:gdLst>
            <a:ahLst/>
            <a:cxnLst/>
            <a:rect l="textAreaLeft" t="textAreaTop" r="textAreaRight" b="textAreaBottom"/>
            <a:pathLst>
              <a:path w="19874116" h="2308373">
                <a:moveTo>
                  <a:pt x="19874116" y="2308373"/>
                </a:moveTo>
                <a:lnTo>
                  <a:pt x="0" y="2308373"/>
                </a:lnTo>
                <a:lnTo>
                  <a:pt x="0" y="1332159"/>
                </a:lnTo>
                <a:lnTo>
                  <a:pt x="15173680" y="1332159"/>
                </a:lnTo>
                <a:lnTo>
                  <a:pt x="15173680" y="1332160"/>
                </a:lnTo>
                <a:lnTo>
                  <a:pt x="15200192" y="1332160"/>
                </a:lnTo>
                <a:cubicBezTo>
                  <a:pt x="15727394" y="1332160"/>
                  <a:pt x="16195944" y="1332160"/>
                  <a:pt x="16466994" y="1332160"/>
                </a:cubicBezTo>
                <a:cubicBezTo>
                  <a:pt x="16624408" y="1332160"/>
                  <a:pt x="16775820" y="1271506"/>
                  <a:pt x="16889718" y="1162800"/>
                </a:cubicBezTo>
                <a:cubicBezTo>
                  <a:pt x="17157714" y="907069"/>
                  <a:pt x="17662852" y="425051"/>
                  <a:pt x="17930856" y="169320"/>
                </a:cubicBezTo>
                <a:cubicBezTo>
                  <a:pt x="18044792" y="60614"/>
                  <a:pt x="18196166" y="0"/>
                  <a:pt x="18353616" y="0"/>
                </a:cubicBezTo>
                <a:cubicBezTo>
                  <a:pt x="18555004" y="0"/>
                  <a:pt x="19065688" y="0"/>
                  <a:pt x="19752778" y="0"/>
                </a:cubicBezTo>
                <a:lnTo>
                  <a:pt x="19874116" y="0"/>
                </a:lnTo>
                <a:lnTo>
                  <a:pt x="19874116" y="2308373"/>
                </a:lnTo>
                <a:close/>
              </a:path>
            </a:pathLst>
          </a:custGeom>
          <a:noFill/>
          <a:ln w="28575">
            <a:solidFill>
              <a:srgbClr val="152B77">
                <a:alpha val="40000"/>
              </a:srgbClr>
            </a:solidFill>
            <a:prstDash val="sysDot"/>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9" name="Freeform: Shape 1066"/>
          <p:cNvSpPr/>
          <p:nvPr/>
        </p:nvSpPr>
        <p:spPr>
          <a:xfrm>
            <a:off x="0" y="5630040"/>
            <a:ext cx="12191040" cy="1226880"/>
          </a:xfrm>
          <a:custGeom>
            <a:avLst/>
            <a:gdLst>
              <a:gd name="textAreaLeft" fmla="*/ 0 w 12191040"/>
              <a:gd name="textAreaRight" fmla="*/ 12192120 w 12191040"/>
              <a:gd name="textAreaTop" fmla="*/ 0 h 1226880"/>
              <a:gd name="textAreaBottom" fmla="*/ 1227960 h 1226880"/>
            </a:gdLst>
            <a:ahLst/>
            <a:cxnLst/>
            <a:rect l="textAreaLeft" t="textAreaTop" r="textAreaRight" b="textAreaBottom"/>
            <a:pathLst>
              <a:path w="19477036" h="1964635">
                <a:moveTo>
                  <a:pt x="18182952" y="0"/>
                </a:moveTo>
                <a:cubicBezTo>
                  <a:pt x="18354352" y="0"/>
                  <a:pt x="18788990" y="0"/>
                  <a:pt x="19373766" y="0"/>
                </a:cubicBezTo>
                <a:lnTo>
                  <a:pt x="19477036" y="0"/>
                </a:lnTo>
                <a:lnTo>
                  <a:pt x="19477036" y="1964635"/>
                </a:lnTo>
                <a:lnTo>
                  <a:pt x="0" y="1964635"/>
                </a:lnTo>
                <a:lnTo>
                  <a:pt x="0" y="1133788"/>
                </a:lnTo>
                <a:lnTo>
                  <a:pt x="15476538" y="1133788"/>
                </a:lnTo>
                <a:lnTo>
                  <a:pt x="15476538" y="1133789"/>
                </a:lnTo>
                <a:lnTo>
                  <a:pt x="15499103" y="1133789"/>
                </a:lnTo>
                <a:cubicBezTo>
                  <a:pt x="15947799" y="1133789"/>
                  <a:pt x="16346577" y="1133789"/>
                  <a:pt x="16577266" y="1133789"/>
                </a:cubicBezTo>
                <a:cubicBezTo>
                  <a:pt x="16711240" y="1133789"/>
                  <a:pt x="16840104" y="1082167"/>
                  <a:pt x="16937042" y="989648"/>
                </a:cubicBezTo>
                <a:cubicBezTo>
                  <a:pt x="17165132" y="771998"/>
                  <a:pt x="17595050" y="361757"/>
                  <a:pt x="17823146" y="144107"/>
                </a:cubicBezTo>
                <a:cubicBezTo>
                  <a:pt x="17920116" y="51588"/>
                  <a:pt x="18048948" y="0"/>
                  <a:pt x="18182952" y="0"/>
                </a:cubicBezTo>
                <a:close/>
              </a:path>
            </a:pathLst>
          </a:cu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10" name="Oval 1067"/>
          <p:cNvSpPr/>
          <p:nvPr/>
        </p:nvSpPr>
        <p:spPr>
          <a:xfrm flipH="1">
            <a:off x="12232800" y="5360400"/>
            <a:ext cx="99000" cy="99000"/>
          </a:xfrm>
          <a:prstGeom prst="ellipse">
            <a:avLst/>
          </a:prstGeom>
          <a:gradFill rotWithShape="0">
            <a:gsLst>
              <a:gs pos="0">
                <a:srgbClr val="152B77"/>
              </a:gs>
              <a:gs pos="100000">
                <a:srgbClr val="D50581"/>
              </a:gs>
            </a:gsLst>
            <a:lin ang="10800000"/>
          </a:gradFill>
          <a:ln w="57150">
            <a:solidFill>
              <a:srgbClr val="102059">
                <a:alpha val="30000"/>
              </a:srgbClr>
            </a:solidFill>
          </a:ln>
          <a:effectLst>
            <a:outerShdw blurRad="330120" dist="38160" dir="5400000" algn="t" rotWithShape="0">
              <a:srgbClr val="000000">
                <a:alpha val="31000"/>
              </a:srgbClr>
            </a:outerShdw>
          </a:effectLst>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11" name="Title 1"/>
          <p:cNvSpPr/>
          <p:nvPr/>
        </p:nvSpPr>
        <p:spPr>
          <a:xfrm>
            <a:off x="1600200" y="931320"/>
            <a:ext cx="10118160" cy="104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90000"/>
              </a:lnSpc>
            </a:pPr>
            <a:r>
              <a:rPr lang="en-US" sz="3200" b="1" strike="noStrike" spc="-1">
                <a:solidFill>
                  <a:srgbClr val="152B77"/>
                </a:solidFill>
                <a:latin typeface="Noto Sans"/>
                <a:ea typeface="Noto Sans"/>
              </a:rPr>
              <a:t>European Conference on EDGE AI</a:t>
            </a:r>
            <a:endParaRPr lang="en-US" sz="3200" b="0" strike="noStrike" spc="-1">
              <a:solidFill>
                <a:srgbClr val="000000"/>
              </a:solidFill>
              <a:latin typeface="Arial"/>
            </a:endParaRPr>
          </a:p>
          <a:p>
            <a:pPr algn="r" defTabSz="914400">
              <a:lnSpc>
                <a:spcPct val="90000"/>
              </a:lnSpc>
            </a:pPr>
            <a:r>
              <a:rPr lang="en-US" sz="3200" b="1" strike="noStrike" spc="-1">
                <a:solidFill>
                  <a:srgbClr val="152B77"/>
                </a:solidFill>
                <a:latin typeface="Noto Sans"/>
                <a:ea typeface="Noto Sans"/>
              </a:rPr>
              <a:t>Technologies and Applications - EEAI</a:t>
            </a:r>
            <a:endParaRPr lang="en-US" sz="3200" b="0" strike="noStrike" spc="-1">
              <a:solidFill>
                <a:srgbClr val="000000"/>
              </a:solidFill>
              <a:latin typeface="Arial"/>
            </a:endParaRPr>
          </a:p>
        </p:txBody>
      </p:sp>
      <p:sp>
        <p:nvSpPr>
          <p:cNvPr id="12" name="Text Placeholder 2"/>
          <p:cNvSpPr/>
          <p:nvPr/>
        </p:nvSpPr>
        <p:spPr>
          <a:xfrm>
            <a:off x="1600200" y="5649840"/>
            <a:ext cx="8734320" cy="44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90000"/>
              </a:lnSpc>
              <a:tabLst>
                <a:tab pos="0" algn="l"/>
              </a:tabLst>
            </a:pPr>
            <a:r>
              <a:rPr lang="en-US" sz="2800" b="0" strike="noStrike" spc="-1">
                <a:solidFill>
                  <a:schemeClr val="lt1"/>
                </a:solidFill>
                <a:latin typeface="Century Gothic"/>
              </a:rPr>
              <a:t>Milan, </a:t>
            </a:r>
            <a:r>
              <a:rPr lang="en-US" sz="2800" b="0" strike="noStrike" spc="-1">
                <a:solidFill>
                  <a:schemeClr val="lt1"/>
                </a:solidFill>
                <a:latin typeface="Open Sans"/>
                <a:ea typeface="Open Sans"/>
              </a:rPr>
              <a:t>Ita</a:t>
            </a:r>
            <a:r>
              <a:rPr lang="en-US" sz="2600" b="1" strike="noStrike" spc="-1">
                <a:solidFill>
                  <a:srgbClr val="152B77"/>
                </a:solidFill>
                <a:latin typeface="Open Sans"/>
                <a:ea typeface="Open Sans"/>
              </a:rPr>
              <a:t>19-21 October 2026 Malta</a:t>
            </a:r>
            <a:endParaRPr lang="en-US" sz="2600" b="0" strike="noStrike" spc="-1">
              <a:solidFill>
                <a:srgbClr val="000000"/>
              </a:solidFill>
              <a:latin typeface="Arial"/>
            </a:endParaRPr>
          </a:p>
        </p:txBody>
      </p:sp>
      <p:sp>
        <p:nvSpPr>
          <p:cNvPr id="13" name="Slide Number Placeholder 1"/>
          <p:cNvSpPr/>
          <p:nvPr/>
        </p:nvSpPr>
        <p:spPr>
          <a:xfrm>
            <a:off x="11719440" y="6655680"/>
            <a:ext cx="363240" cy="12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fld id="{1D419225-7E72-4F41-B0E2-50C2DAACCF69}" type="slidenum">
              <a:rPr lang="en-IN" sz="800" b="1" strike="noStrike" spc="-1">
                <a:solidFill>
                  <a:schemeClr val="accent5"/>
                </a:solidFill>
                <a:latin typeface="Arial"/>
              </a:rPr>
              <a:t>‹#›</a:t>
            </a:fld>
            <a:endParaRPr lang="en-US" sz="800" b="0" strike="noStrike" spc="-1">
              <a:solidFill>
                <a:srgbClr val="000000"/>
              </a:solidFill>
              <a:latin typeface="Arial"/>
            </a:endParaRPr>
          </a:p>
        </p:txBody>
      </p:sp>
      <p:pic>
        <p:nvPicPr>
          <p:cNvPr id="14" name="Picture 6" descr="A purple and blue logo&#10;&#10;Description automatically generated"/>
          <p:cNvPicPr/>
          <p:nvPr/>
        </p:nvPicPr>
        <p:blipFill>
          <a:blip r:embed="rId3"/>
          <a:stretch/>
        </p:blipFill>
        <p:spPr>
          <a:xfrm>
            <a:off x="183600" y="2411280"/>
            <a:ext cx="2481120" cy="1441800"/>
          </a:xfrm>
          <a:prstGeom prst="rect">
            <a:avLst/>
          </a:prstGeom>
          <a:ln w="0">
            <a:noFill/>
          </a:ln>
        </p:spPr>
      </p:pic>
      <p:sp>
        <p:nvSpPr>
          <p:cNvPr id="15" name="PlaceHolder 1"/>
          <p:cNvSpPr>
            <a:spLocks noGrp="1"/>
          </p:cNvSpPr>
          <p:nvPr>
            <p:ph type="ftr" idx="1"/>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 </a:t>
            </a:r>
          </a:p>
        </p:txBody>
      </p:sp>
      <p:sp>
        <p:nvSpPr>
          <p:cNvPr id="16" name="PlaceHolder 2"/>
          <p:cNvSpPr>
            <a:spLocks noGrp="1"/>
          </p:cNvSpPr>
          <p:nvPr>
            <p:ph type="sldNum" idx="2"/>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86AFB09B-1FC3-4DCF-BDEF-3A43CAA186A1}"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7" name="PlaceHolder 3"/>
          <p:cNvSpPr>
            <a:spLocks noGrp="1"/>
          </p:cNvSpPr>
          <p:nvPr>
            <p:ph type="dt" idx="3"/>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 </a:t>
            </a:r>
          </a:p>
        </p:txBody>
      </p:sp>
      <p:sp>
        <p:nvSpPr>
          <p:cNvPr id="1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1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21"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22"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23"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24"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25" name="PlaceHolder 1"/>
          <p:cNvSpPr>
            <a:spLocks noGrp="1"/>
          </p:cNvSpPr>
          <p:nvPr>
            <p:ph type="ftr" idx="4"/>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26" name="PlaceHolder 2"/>
          <p:cNvSpPr>
            <a:spLocks noGrp="1"/>
          </p:cNvSpPr>
          <p:nvPr>
            <p:ph type="sldNum" idx="5"/>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5913B230-8BF6-42A4-A4E2-01F89EC31573}"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27" name="PlaceHolder 3"/>
          <p:cNvSpPr>
            <a:spLocks noGrp="1"/>
          </p:cNvSpPr>
          <p:nvPr>
            <p:ph type="dt" idx="6"/>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29"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30"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31"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32"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33" name="PlaceHolder 1"/>
          <p:cNvSpPr>
            <a:spLocks noGrp="1"/>
          </p:cNvSpPr>
          <p:nvPr>
            <p:ph type="ftr" idx="7"/>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34" name="PlaceHolder 2"/>
          <p:cNvSpPr>
            <a:spLocks noGrp="1"/>
          </p:cNvSpPr>
          <p:nvPr>
            <p:ph type="sldNum" idx="8"/>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C6AA675E-423A-47CE-8186-DE9C706AF8BA}"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35" name="PlaceHolder 3"/>
          <p:cNvSpPr>
            <a:spLocks noGrp="1"/>
          </p:cNvSpPr>
          <p:nvPr>
            <p:ph type="dt" idx="9"/>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37"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38"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39"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40"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41"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42" name="PlaceHolder 2"/>
          <p:cNvSpPr>
            <a:spLocks noGrp="1"/>
          </p:cNvSpPr>
          <p:nvPr>
            <p:ph type="body"/>
          </p:nvPr>
        </p:nvSpPr>
        <p:spPr>
          <a:xfrm>
            <a:off x="60948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3" name="PlaceHolder 3"/>
          <p:cNvSpPr>
            <a:spLocks noGrp="1"/>
          </p:cNvSpPr>
          <p:nvPr>
            <p:ph type="body"/>
          </p:nvPr>
        </p:nvSpPr>
        <p:spPr>
          <a:xfrm>
            <a:off x="6231960" y="1604520"/>
            <a:ext cx="535392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4" name="PlaceHolder 4"/>
          <p:cNvSpPr>
            <a:spLocks noGrp="1"/>
          </p:cNvSpPr>
          <p:nvPr>
            <p:ph type="ftr" idx="10"/>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45" name="PlaceHolder 5"/>
          <p:cNvSpPr>
            <a:spLocks noGrp="1"/>
          </p:cNvSpPr>
          <p:nvPr>
            <p:ph type="sldNum" idx="11"/>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CAB9967E-26CC-407D-9302-F9EE30E9798A}"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46" name="PlaceHolder 6"/>
          <p:cNvSpPr>
            <a:spLocks noGrp="1"/>
          </p:cNvSpPr>
          <p:nvPr>
            <p:ph type="dt" idx="12"/>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51"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52"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53"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54"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55" name="PlaceHolder 1"/>
          <p:cNvSpPr>
            <a:spLocks noGrp="1"/>
          </p:cNvSpPr>
          <p:nvPr>
            <p:ph type="ftr" idx="13"/>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56" name="PlaceHolder 2"/>
          <p:cNvSpPr>
            <a:spLocks noGrp="1"/>
          </p:cNvSpPr>
          <p:nvPr>
            <p:ph type="sldNum" idx="14"/>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B10518FF-0A0D-4788-B806-7979D016D298}"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57" name="PlaceHolder 3"/>
          <p:cNvSpPr>
            <a:spLocks noGrp="1"/>
          </p:cNvSpPr>
          <p:nvPr>
            <p:ph type="dt" idx="15"/>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59"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60"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61"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62"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63"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64" name="PlaceHolder 2"/>
          <p:cNvSpPr>
            <a:spLocks noGrp="1"/>
          </p:cNvSpPr>
          <p:nvPr>
            <p:ph type="ftr" idx="16"/>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65" name="PlaceHolder 3"/>
          <p:cNvSpPr>
            <a:spLocks noGrp="1"/>
          </p:cNvSpPr>
          <p:nvPr>
            <p:ph type="sldNum" idx="17"/>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D8724CC4-33C2-4903-B2F7-A7A7AB783ABB}"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66" name="PlaceHolder 4"/>
          <p:cNvSpPr>
            <a:spLocks noGrp="1"/>
          </p:cNvSpPr>
          <p:nvPr>
            <p:ph type="dt" idx="18"/>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69"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70"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71"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72"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73" name="PlaceHolder 1"/>
          <p:cNvSpPr>
            <a:spLocks noGrp="1"/>
          </p:cNvSpPr>
          <p:nvPr>
            <p:ph type="ftr" idx="19"/>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74" name="PlaceHolder 2"/>
          <p:cNvSpPr>
            <a:spLocks noGrp="1"/>
          </p:cNvSpPr>
          <p:nvPr>
            <p:ph type="sldNum" idx="20"/>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B44CA6EE-0A5F-4AEB-8EDF-003ECBB7CB8D}"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75" name="PlaceHolder 3"/>
          <p:cNvSpPr>
            <a:spLocks noGrp="1"/>
          </p:cNvSpPr>
          <p:nvPr>
            <p:ph type="dt" idx="21"/>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7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7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79"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80"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81"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82"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83" name="PlaceHolder 1"/>
          <p:cNvSpPr>
            <a:spLocks noGrp="1"/>
          </p:cNvSpPr>
          <p:nvPr>
            <p:ph type="ftr" idx="22"/>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84" name="PlaceHolder 2"/>
          <p:cNvSpPr>
            <a:spLocks noGrp="1"/>
          </p:cNvSpPr>
          <p:nvPr>
            <p:ph type="sldNum" idx="23"/>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2EFC24E5-DC55-4F28-B88E-35DBBA7BEB26}"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85" name="PlaceHolder 3"/>
          <p:cNvSpPr>
            <a:spLocks noGrp="1"/>
          </p:cNvSpPr>
          <p:nvPr>
            <p:ph type="dt" idx="24"/>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87"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88"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89"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90"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91" name="PlaceHolder 1"/>
          <p:cNvSpPr>
            <a:spLocks noGrp="1"/>
          </p:cNvSpPr>
          <p:nvPr>
            <p:ph type="ftr" idx="25"/>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92" name="PlaceHolder 2"/>
          <p:cNvSpPr>
            <a:spLocks noGrp="1"/>
          </p:cNvSpPr>
          <p:nvPr>
            <p:ph type="sldNum" idx="26"/>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F345BE2C-F878-47DF-9214-F93A46BBC220}"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93" name="PlaceHolder 3"/>
          <p:cNvSpPr>
            <a:spLocks noGrp="1"/>
          </p:cNvSpPr>
          <p:nvPr>
            <p:ph type="dt" idx="27"/>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95"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96"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97"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98"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99" name="PlaceHolder 1"/>
          <p:cNvSpPr>
            <a:spLocks noGrp="1"/>
          </p:cNvSpPr>
          <p:nvPr>
            <p:ph type="ftr" idx="28"/>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00" name="PlaceHolder 2"/>
          <p:cNvSpPr>
            <a:spLocks noGrp="1"/>
          </p:cNvSpPr>
          <p:nvPr>
            <p:ph type="sldNum" idx="29"/>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D62DD341-D7E3-4B4F-9FD8-098FC6B2051F}"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01" name="PlaceHolder 3"/>
          <p:cNvSpPr>
            <a:spLocks noGrp="1"/>
          </p:cNvSpPr>
          <p:nvPr>
            <p:ph type="dt" idx="30"/>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03"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04"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05"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06"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07" name="PlaceHolder 1"/>
          <p:cNvSpPr>
            <a:spLocks noGrp="1"/>
          </p:cNvSpPr>
          <p:nvPr>
            <p:ph type="ftr" idx="31"/>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08" name="PlaceHolder 2"/>
          <p:cNvSpPr>
            <a:spLocks noGrp="1"/>
          </p:cNvSpPr>
          <p:nvPr>
            <p:ph type="sldNum" idx="32"/>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30DCF91A-A90B-41D0-9F69-BCABB5670D2F}"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09" name="PlaceHolder 3"/>
          <p:cNvSpPr>
            <a:spLocks noGrp="1"/>
          </p:cNvSpPr>
          <p:nvPr>
            <p:ph type="dt" idx="33"/>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11"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12"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13"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14"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15" name="PlaceHolder 1"/>
          <p:cNvSpPr>
            <a:spLocks noGrp="1"/>
          </p:cNvSpPr>
          <p:nvPr>
            <p:ph type="title"/>
          </p:nvPr>
        </p:nvSpPr>
        <p:spPr>
          <a:xfrm>
            <a:off x="609480" y="273600"/>
            <a:ext cx="10972080" cy="114444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116"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117" name="PlaceHolder 3"/>
          <p:cNvSpPr>
            <a:spLocks noGrp="1"/>
          </p:cNvSpPr>
          <p:nvPr>
            <p:ph type="ftr" idx="34"/>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18" name="PlaceHolder 4"/>
          <p:cNvSpPr>
            <a:spLocks noGrp="1"/>
          </p:cNvSpPr>
          <p:nvPr>
            <p:ph type="sldNum" idx="35"/>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E24CC5E9-9D9B-431D-AF45-461D3D1A597C}"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19" name="PlaceHolder 5"/>
          <p:cNvSpPr>
            <a:spLocks noGrp="1"/>
          </p:cNvSpPr>
          <p:nvPr>
            <p:ph type="dt" idx="36"/>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23"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24"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25"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26"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27" name="PlaceHolder 1"/>
          <p:cNvSpPr>
            <a:spLocks noGrp="1"/>
          </p:cNvSpPr>
          <p:nvPr>
            <p:ph type="ftr" idx="37"/>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28" name="PlaceHolder 2"/>
          <p:cNvSpPr>
            <a:spLocks noGrp="1"/>
          </p:cNvSpPr>
          <p:nvPr>
            <p:ph type="sldNum" idx="38"/>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3C33E952-81AC-4CA2-BBAE-97FAF79DAF08}"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29" name="PlaceHolder 3"/>
          <p:cNvSpPr>
            <a:spLocks noGrp="1"/>
          </p:cNvSpPr>
          <p:nvPr>
            <p:ph type="dt" idx="39"/>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31"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32"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33"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34"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35" name="PlaceHolder 1"/>
          <p:cNvSpPr>
            <a:spLocks noGrp="1"/>
          </p:cNvSpPr>
          <p:nvPr>
            <p:ph type="ftr" idx="40"/>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36" name="PlaceHolder 2"/>
          <p:cNvSpPr>
            <a:spLocks noGrp="1"/>
          </p:cNvSpPr>
          <p:nvPr>
            <p:ph type="sldNum" idx="41"/>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3CDAAB2C-BFAF-46DE-A2FE-A3BE36CB8C8E}"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37" name="PlaceHolder 3"/>
          <p:cNvSpPr>
            <a:spLocks noGrp="1"/>
          </p:cNvSpPr>
          <p:nvPr>
            <p:ph type="dt" idx="42"/>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39"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40"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41"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42"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43" name="PlaceHolder 1"/>
          <p:cNvSpPr>
            <a:spLocks noGrp="1"/>
          </p:cNvSpPr>
          <p:nvPr>
            <p:ph type="ftr" idx="43"/>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44" name="PlaceHolder 2"/>
          <p:cNvSpPr>
            <a:spLocks noGrp="1"/>
          </p:cNvSpPr>
          <p:nvPr>
            <p:ph type="sldNum" idx="44"/>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7525CD78-FAC2-4F28-8694-BCA00CF0DB7C}"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45" name="PlaceHolder 3"/>
          <p:cNvSpPr>
            <a:spLocks noGrp="1"/>
          </p:cNvSpPr>
          <p:nvPr>
            <p:ph type="dt" idx="45"/>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47"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48"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49"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50"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51" name="PlaceHolder 1"/>
          <p:cNvSpPr>
            <a:spLocks noGrp="1"/>
          </p:cNvSpPr>
          <p:nvPr>
            <p:ph type="ftr" idx="46"/>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52" name="PlaceHolder 2"/>
          <p:cNvSpPr>
            <a:spLocks noGrp="1"/>
          </p:cNvSpPr>
          <p:nvPr>
            <p:ph type="sldNum" idx="47"/>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01D3AE4A-DB11-4918-85A2-075B85ACBDD7}"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53" name="PlaceHolder 3"/>
          <p:cNvSpPr>
            <a:spLocks noGrp="1"/>
          </p:cNvSpPr>
          <p:nvPr>
            <p:ph type="dt" idx="48"/>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55"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56"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57"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58"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59" name="PlaceHolder 1"/>
          <p:cNvSpPr>
            <a:spLocks noGrp="1"/>
          </p:cNvSpPr>
          <p:nvPr>
            <p:ph type="ftr" idx="49"/>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60" name="PlaceHolder 2"/>
          <p:cNvSpPr>
            <a:spLocks noGrp="1"/>
          </p:cNvSpPr>
          <p:nvPr>
            <p:ph type="sldNum" idx="50"/>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6CDFAE62-67F0-41EA-8B8E-2F44FCCB3DAE}"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61" name="PlaceHolder 3"/>
          <p:cNvSpPr>
            <a:spLocks noGrp="1"/>
          </p:cNvSpPr>
          <p:nvPr>
            <p:ph type="dt" idx="51"/>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
        <p:nvSpPr>
          <p:cNvPr id="16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16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65"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66"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67"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68"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69" name="PlaceHolder 1"/>
          <p:cNvSpPr>
            <a:spLocks noGrp="1"/>
          </p:cNvSpPr>
          <p:nvPr>
            <p:ph type="ftr" idx="52"/>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70" name="PlaceHolder 2"/>
          <p:cNvSpPr>
            <a:spLocks noGrp="1"/>
          </p:cNvSpPr>
          <p:nvPr>
            <p:ph type="sldNum" idx="53"/>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EA38AE2D-168E-4E87-97A5-FF980B089F89}"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71" name="PlaceHolder 3"/>
          <p:cNvSpPr>
            <a:spLocks noGrp="1"/>
          </p:cNvSpPr>
          <p:nvPr>
            <p:ph type="dt" idx="54"/>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2" name="Rectangle 10"/>
          <p:cNvSpPr/>
          <p:nvPr/>
        </p:nvSpPr>
        <p:spPr>
          <a:xfrm>
            <a:off x="0" y="6540120"/>
            <a:ext cx="12191040" cy="31680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Open Sans"/>
              <a:ea typeface="Open Sans"/>
            </a:endParaRPr>
          </a:p>
        </p:txBody>
      </p:sp>
      <p:sp>
        <p:nvSpPr>
          <p:cNvPr id="173" name="Rectangle 11"/>
          <p:cNvSpPr/>
          <p:nvPr/>
        </p:nvSpPr>
        <p:spPr>
          <a:xfrm rot="10800000" flipV="1">
            <a:off x="1080" y="6570360"/>
            <a:ext cx="12187800" cy="44640"/>
          </a:xfrm>
          <a:prstGeom prst="rect">
            <a:avLst/>
          </a:prstGeom>
          <a:solidFill>
            <a:srgbClr val="E32D91"/>
          </a:solidFill>
          <a:ln w="0">
            <a:noFill/>
          </a:ln>
        </p:spPr>
        <p:style>
          <a:lnRef idx="0">
            <a:scrgbClr r="0" g="0" b="0"/>
          </a:lnRef>
          <a:fillRef idx="0">
            <a:scrgbClr r="0" g="0" b="0"/>
          </a:fillRef>
          <a:effectRef idx="0">
            <a:scrgbClr r="0" g="0" b="0"/>
          </a:effectRef>
          <a:fontRef idx="minor"/>
        </p:style>
        <p:txBody>
          <a:bodyPr lIns="90000" tIns="720" rIns="90000" bIns="720" anchor="ctr">
            <a:noAutofit/>
          </a:bodyPr>
          <a:lstStyle/>
          <a:p>
            <a:pPr algn="ctr" defTabSz="914400">
              <a:lnSpc>
                <a:spcPct val="100000"/>
              </a:lnSpc>
              <a:tabLst>
                <a:tab pos="0" algn="l"/>
              </a:tabLst>
            </a:pPr>
            <a:endParaRPr lang="en-US" sz="1800" b="0" strike="noStrike" spc="-1">
              <a:solidFill>
                <a:schemeClr val="accent5"/>
              </a:solidFill>
              <a:latin typeface="Open Sans"/>
              <a:ea typeface="Open Sans"/>
            </a:endParaRPr>
          </a:p>
        </p:txBody>
      </p:sp>
      <p:sp>
        <p:nvSpPr>
          <p:cNvPr id="174" name="Rectangle 8"/>
          <p:cNvSpPr/>
          <p:nvPr/>
        </p:nvSpPr>
        <p:spPr>
          <a:xfrm>
            <a:off x="0" y="0"/>
            <a:ext cx="12191040" cy="886320"/>
          </a:xfrm>
          <a:prstGeom prst="rect">
            <a:avLst/>
          </a:prstGeom>
          <a:solidFill>
            <a:srgbClr val="4222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tabLst>
                <a:tab pos="0" algn="l"/>
              </a:tabLst>
            </a:pPr>
            <a:endParaRPr lang="en-IN" sz="1800" b="0" strike="noStrike" spc="-1">
              <a:solidFill>
                <a:schemeClr val="accent5"/>
              </a:solidFill>
              <a:latin typeface="Calibri"/>
            </a:endParaRPr>
          </a:p>
        </p:txBody>
      </p:sp>
      <p:sp>
        <p:nvSpPr>
          <p:cNvPr id="175" name="Rectangle 9"/>
          <p:cNvSpPr/>
          <p:nvPr/>
        </p:nvSpPr>
        <p:spPr>
          <a:xfrm rot="10800000" flipV="1">
            <a:off x="1080" y="30240"/>
            <a:ext cx="12187800" cy="41040"/>
          </a:xfrm>
          <a:prstGeom prst="rect">
            <a:avLst/>
          </a:prstGeom>
          <a:solidFill>
            <a:srgbClr val="00B0F0"/>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176" name="TextBox 7"/>
          <p:cNvSpPr/>
          <p:nvPr/>
        </p:nvSpPr>
        <p:spPr>
          <a:xfrm>
            <a:off x="9613800" y="6600960"/>
            <a:ext cx="155376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177" name="PlaceHolder 1"/>
          <p:cNvSpPr>
            <a:spLocks noGrp="1"/>
          </p:cNvSpPr>
          <p:nvPr>
            <p:ph type="ftr" idx="55"/>
          </p:nvPr>
        </p:nvSpPr>
        <p:spPr>
          <a:xfrm>
            <a:off x="4038480" y="6674040"/>
            <a:ext cx="4113720" cy="80640"/>
          </a:xfrm>
          <a:prstGeom prst="rect">
            <a:avLst/>
          </a:prstGeom>
          <a:noFill/>
          <a:ln w="0">
            <a:noFill/>
          </a:ln>
        </p:spPr>
        <p:txBody>
          <a:bodyPr lIns="91440" tIns="40320" rIns="91440" bIns="40320" anchor="ctr">
            <a:noAutofit/>
          </a:bodyPr>
          <a:lstStyle>
            <a:lvl1pPr indent="0" algn="ctr">
              <a:lnSpc>
                <a:spcPct val="100000"/>
              </a:lnSpc>
              <a:buNone/>
              <a:tabLst>
                <a:tab pos="0" algn="l"/>
              </a:tabLst>
              <a:defRPr lang="en-US" sz="1400" b="0" strike="noStrike" spc="-1">
                <a:solidFill>
                  <a:srgbClr val="000000"/>
                </a:solidFill>
                <a:latin typeface="Times New Roman"/>
              </a:defRPr>
            </a:lvl1pPr>
          </a:lstStyle>
          <a:p>
            <a:pPr indent="0" algn="ctr">
              <a:lnSpc>
                <a:spcPct val="100000"/>
              </a:lnSpc>
              <a:buNone/>
              <a:tabLst>
                <a:tab pos="0" algn="l"/>
              </a:tabLst>
            </a:pPr>
            <a:r>
              <a:rPr lang="en-US" sz="1400" b="0" strike="noStrike" spc="-1">
                <a:solidFill>
                  <a:srgbClr val="000000"/>
                </a:solidFill>
                <a:latin typeface="Times New Roman"/>
              </a:rPr>
              <a:t>&lt;footer&gt;</a:t>
            </a:r>
          </a:p>
        </p:txBody>
      </p:sp>
      <p:sp>
        <p:nvSpPr>
          <p:cNvPr id="178" name="PlaceHolder 2"/>
          <p:cNvSpPr>
            <a:spLocks noGrp="1"/>
          </p:cNvSpPr>
          <p:nvPr>
            <p:ph type="sldNum" idx="56"/>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1" strike="noStrike" spc="-1">
                <a:solidFill>
                  <a:schemeClr val="accent5"/>
                </a:solidFill>
                <a:latin typeface="Open Sans"/>
                <a:ea typeface="Open Sans"/>
              </a:defRPr>
            </a:lvl1pPr>
          </a:lstStyle>
          <a:p>
            <a:pPr indent="0" algn="ctr" defTabSz="914400">
              <a:lnSpc>
                <a:spcPct val="100000"/>
              </a:lnSpc>
              <a:buNone/>
              <a:tabLst>
                <a:tab pos="0" algn="l"/>
              </a:tabLst>
            </a:pPr>
            <a:fld id="{1DF8B174-EDA5-42FC-8AB6-B324F0A218F2}" type="slidenum">
              <a:rPr lang="en-IN" sz="800" b="1" strike="noStrike" spc="-1">
                <a:solidFill>
                  <a:schemeClr val="accent5"/>
                </a:solidFill>
                <a:latin typeface="Open Sans"/>
                <a:ea typeface="Open Sans"/>
              </a:rPr>
              <a:t>‹#›</a:t>
            </a:fld>
            <a:endParaRPr lang="en-US" sz="800" b="0" strike="noStrike" spc="-1">
              <a:solidFill>
                <a:srgbClr val="000000"/>
              </a:solidFill>
              <a:latin typeface="Times New Roman"/>
            </a:endParaRPr>
          </a:p>
        </p:txBody>
      </p:sp>
      <p:sp>
        <p:nvSpPr>
          <p:cNvPr id="179" name="PlaceHolder 3"/>
          <p:cNvSpPr>
            <a:spLocks noGrp="1"/>
          </p:cNvSpPr>
          <p:nvPr>
            <p:ph type="dt" idx="57"/>
          </p:nvPr>
        </p:nvSpPr>
        <p:spPr>
          <a:xfrm>
            <a:off x="183600" y="6671880"/>
            <a:ext cx="2742120" cy="150120"/>
          </a:xfrm>
          <a:prstGeom prst="rect">
            <a:avLst/>
          </a:prstGeom>
          <a:noFill/>
          <a:ln w="0">
            <a:noFill/>
          </a:ln>
        </p:spPr>
        <p:txBody>
          <a:bodyPr lIns="91440" tIns="45720" rIns="91440" bIns="45720" anchor="ctr">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24.svg"/><Relationship Id="rId5" Type="http://schemas.openxmlformats.org/officeDocument/2006/relationships/image" Target="../media/image1.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5.jpeg"/><Relationship Id="rId7" Type="http://schemas.openxmlformats.org/officeDocument/2006/relationships/image" Target="../media/image27.jpe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26.png"/><Relationship Id="rId11" Type="http://schemas.openxmlformats.org/officeDocument/2006/relationships/hyperlink" Target="https://www.neurokit2e.eu/" TargetMode="External"/><Relationship Id="rId5" Type="http://schemas.openxmlformats.org/officeDocument/2006/relationships/hyperlink" Target="http://www.edge-ai-tech.eu/" TargetMode="External"/><Relationship Id="rId10" Type="http://schemas.openxmlformats.org/officeDocument/2006/relationships/image" Target="../media/image29.png"/><Relationship Id="rId4" Type="http://schemas.openxmlformats.org/officeDocument/2006/relationships/hyperlink" Target="https://www.smarty-project.eu/" TargetMode="External"/><Relationship Id="rId9" Type="http://schemas.openxmlformats.org/officeDocument/2006/relationships/hyperlink" Target="https://daiedge.eu/"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hyperlink" Target="http://www.rebecca-chip.eu/" TargetMode="External"/><Relationship Id="rId7" Type="http://schemas.openxmlformats.org/officeDocument/2006/relationships/image" Target="../media/image26.png"/><Relationship Id="rId12"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hyperlink" Target="http://www.cleverproject.eu/" TargetMode="External"/><Relationship Id="rId11" Type="http://schemas.openxmlformats.org/officeDocument/2006/relationships/hyperlink" Target="https://www.smart-edge.eu/" TargetMode="External"/><Relationship Id="rId5" Type="http://schemas.openxmlformats.org/officeDocument/2006/relationships/image" Target="../media/image25.jpeg"/><Relationship Id="rId10" Type="http://schemas.openxmlformats.org/officeDocument/2006/relationships/image" Target="../media/image32.svg"/><Relationship Id="rId4" Type="http://schemas.openxmlformats.org/officeDocument/2006/relationships/hyperlink" Target="http://www.tristan-project.eu/" TargetMode="External"/><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8" Type="http://schemas.openxmlformats.org/officeDocument/2006/relationships/hyperlink" Target="https://aims50.eu/" TargetMode="External"/><Relationship Id="rId3" Type="http://schemas.openxmlformats.org/officeDocument/2006/relationships/hyperlink" Target="http://www.lolipop-iot.eu/" TargetMode="External"/><Relationship Id="rId7" Type="http://schemas.openxmlformats.org/officeDocument/2006/relationships/hyperlink" Target="https://www.edgeai-trust.eu/" TargetMode="External"/><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34.png"/><Relationship Id="rId11" Type="http://schemas.openxmlformats.org/officeDocument/2006/relationships/image" Target="../media/image37.png"/><Relationship Id="rId5" Type="http://schemas.openxmlformats.org/officeDocument/2006/relationships/image" Target="../media/image26.png"/><Relationship Id="rId10" Type="http://schemas.openxmlformats.org/officeDocument/2006/relationships/image" Target="../media/image36.png"/><Relationship Id="rId4" Type="http://schemas.openxmlformats.org/officeDocument/2006/relationships/image" Target="../media/image25.jpeg"/><Relationship Id="rId9" Type="http://schemas.openxmlformats.org/officeDocument/2006/relationships/image" Target="../media/image35.png"/></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hyperlink" Target="http://www.smart-systems-integration.org/" TargetMode="External"/><Relationship Id="rId7" Type="http://schemas.openxmlformats.org/officeDocument/2006/relationships/image" Target="../media/image39.png"/><Relationship Id="rId12"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38.jpeg"/><Relationship Id="rId11" Type="http://schemas.openxmlformats.org/officeDocument/2006/relationships/image" Target="../media/image41.jpeg"/><Relationship Id="rId5" Type="http://schemas.openxmlformats.org/officeDocument/2006/relationships/hyperlink" Target="https://portal.chips-ju.europa.eu/" TargetMode="External"/><Relationship Id="rId10" Type="http://schemas.openxmlformats.org/officeDocument/2006/relationships/hyperlink" Target="https://aeneas-office.org/" TargetMode="External"/><Relationship Id="rId4" Type="http://schemas.openxmlformats.org/officeDocument/2006/relationships/hyperlink" Target="http://www.inside-association.eu/" TargetMode="External"/><Relationship Id="rId9"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6" name="Picture 5"/>
          <p:cNvPicPr/>
          <p:nvPr/>
        </p:nvPicPr>
        <p:blipFill>
          <a:blip r:embed="rId2"/>
          <a:stretch/>
        </p:blipFill>
        <p:spPr>
          <a:xfrm>
            <a:off x="0" y="754920"/>
            <a:ext cx="12191040" cy="5811480"/>
          </a:xfrm>
          <a:prstGeom prst="rect">
            <a:avLst/>
          </a:prstGeom>
          <a:ln w="0">
            <a:noFill/>
          </a:ln>
        </p:spPr>
      </p:pic>
      <p:pic>
        <p:nvPicPr>
          <p:cNvPr id="187" name="Picture 4" descr="A circuit board with a chip in the middle&#10;&#10;AI-generated content may be incorrect."/>
          <p:cNvPicPr/>
          <p:nvPr/>
        </p:nvPicPr>
        <p:blipFill>
          <a:blip r:embed="rId3"/>
          <a:stretch/>
        </p:blipFill>
        <p:spPr>
          <a:xfrm>
            <a:off x="5258880" y="2909520"/>
            <a:ext cx="1672920" cy="1809000"/>
          </a:xfrm>
          <a:prstGeom prst="rect">
            <a:avLst/>
          </a:prstGeom>
          <a:ln w="0">
            <a:noFill/>
          </a:ln>
        </p:spPr>
      </p:pic>
      <p:sp>
        <p:nvSpPr>
          <p:cNvPr id="188" name="TextBox 6"/>
          <p:cNvSpPr/>
          <p:nvPr/>
        </p:nvSpPr>
        <p:spPr>
          <a:xfrm>
            <a:off x="3280680" y="1301760"/>
            <a:ext cx="861984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GB" sz="3600" b="1" strike="noStrike" spc="-1">
                <a:solidFill>
                  <a:schemeClr val="lt1"/>
                </a:solidFill>
                <a:latin typeface="Noto Sans"/>
                <a:ea typeface="Noto Sans"/>
              </a:rPr>
              <a:t>European Conference on EDGE AI</a:t>
            </a:r>
            <a:endParaRPr lang="en-US" sz="3600" b="0" strike="noStrike" spc="-1">
              <a:solidFill>
                <a:srgbClr val="000000"/>
              </a:solidFill>
              <a:latin typeface="Arial"/>
            </a:endParaRPr>
          </a:p>
          <a:p>
            <a:pPr algn="ctr" defTabSz="914400">
              <a:lnSpc>
                <a:spcPct val="100000"/>
              </a:lnSpc>
            </a:pPr>
            <a:r>
              <a:rPr lang="en-GB" sz="3600" b="1" strike="noStrike" spc="-1">
                <a:solidFill>
                  <a:schemeClr val="lt1"/>
                </a:solidFill>
                <a:latin typeface="Noto Sans"/>
                <a:ea typeface="Noto Sans"/>
              </a:rPr>
              <a:t>Technologies and Applications - EEAI</a:t>
            </a:r>
            <a:endParaRPr lang="en-US" sz="3600" b="0" strike="noStrike" spc="-1">
              <a:solidFill>
                <a:srgbClr val="000000"/>
              </a:solidFill>
              <a:latin typeface="Arial"/>
            </a:endParaRPr>
          </a:p>
        </p:txBody>
      </p:sp>
      <p:sp>
        <p:nvSpPr>
          <p:cNvPr id="189" name="TextBox 7"/>
          <p:cNvSpPr/>
          <p:nvPr/>
        </p:nvSpPr>
        <p:spPr>
          <a:xfrm>
            <a:off x="5181480" y="5558040"/>
            <a:ext cx="67186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2400" b="1" strike="noStrike" spc="-1">
                <a:solidFill>
                  <a:schemeClr val="lt1"/>
                </a:solidFill>
                <a:latin typeface="Noto Sans"/>
                <a:ea typeface="Noto Sans"/>
              </a:rPr>
              <a:t>19-21 October 2026, Malta</a:t>
            </a:r>
            <a:endParaRPr lang="en-US" sz="2400" b="0" strike="noStrike" spc="-1">
              <a:solidFill>
                <a:srgbClr val="000000"/>
              </a:solidFill>
              <a:latin typeface="Arial"/>
            </a:endParaRPr>
          </a:p>
        </p:txBody>
      </p:sp>
      <p:sp>
        <p:nvSpPr>
          <p:cNvPr id="190" name="TextBox 8"/>
          <p:cNvSpPr/>
          <p:nvPr/>
        </p:nvSpPr>
        <p:spPr>
          <a:xfrm>
            <a:off x="7257240" y="3213000"/>
            <a:ext cx="46432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pPr>
            <a:r>
              <a:rPr lang="en-US" sz="1800" b="1" strike="noStrike" spc="-1">
                <a:solidFill>
                  <a:schemeClr val="lt1"/>
                </a:solidFill>
                <a:latin typeface="Open Sans"/>
                <a:ea typeface="Open Sans"/>
              </a:rPr>
              <a:t>The convergence point of generative intelligence and autonomous action. Edge AI creates, reasons, and acts.</a:t>
            </a:r>
            <a:endParaRPr lang="en-US" sz="1800" b="0" strike="noStrike" spc="-1">
              <a:solidFill>
                <a:srgbClr val="000000"/>
              </a:solidFill>
              <a:latin typeface="Arial"/>
            </a:endParaRPr>
          </a:p>
        </p:txBody>
      </p:sp>
      <p:sp>
        <p:nvSpPr>
          <p:cNvPr id="2" name="PlaceHolder 1"/>
          <p:cNvSpPr>
            <a:spLocks noGrp="1"/>
          </p:cNvSpPr>
          <p:nvPr>
            <p:ph type="sldNum" idx="20"/>
          </p:nvPr>
        </p:nvSpPr>
        <p:spPr/>
        <p:txBody>
          <a:bodyPr/>
          <a:lstStyle/>
          <a:p>
            <a:fld id="{7316CA33-45F0-4649-9ECA-B1DE7441A87F}" type="slidenu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p:nvPr>
        </p:nvSpPr>
        <p:spPr>
          <a:xfrm>
            <a:off x="5366160" y="3921480"/>
            <a:ext cx="6716520" cy="631440"/>
          </a:xfrm>
          <a:prstGeom prst="rect">
            <a:avLst/>
          </a:prstGeom>
          <a:noFill/>
          <a:ln w="0">
            <a:noFill/>
          </a:ln>
        </p:spPr>
        <p:txBody>
          <a:bodyPr lIns="91440" tIns="45720" rIns="91440" bIns="45720" anchor="ctr">
            <a:noAutofit/>
          </a:bodyPr>
          <a:lstStyle/>
          <a:p>
            <a:pPr indent="0" algn="r" defTabSz="914400">
              <a:lnSpc>
                <a:spcPct val="90000"/>
              </a:lnSpc>
              <a:spcBef>
                <a:spcPts val="1001"/>
              </a:spcBef>
              <a:buNone/>
              <a:tabLst>
                <a:tab pos="0" algn="l"/>
              </a:tabLst>
            </a:pPr>
            <a:r>
              <a:rPr lang="en-GB" sz="2400" b="1" strike="noStrike" spc="-1">
                <a:solidFill>
                  <a:srgbClr val="152B77"/>
                </a:solidFill>
                <a:latin typeface="Open Sans"/>
                <a:ea typeface="Open Sans"/>
              </a:rPr>
              <a:t>Graham Pellegrini</a:t>
            </a:r>
            <a:endParaRPr lang="en-US" sz="2400" b="0" strike="noStrike" spc="-1">
              <a:solidFill>
                <a:srgbClr val="000000"/>
              </a:solidFill>
              <a:latin typeface="Arial"/>
            </a:endParaRPr>
          </a:p>
          <a:p>
            <a:pPr indent="0" algn="r" defTabSz="914400">
              <a:lnSpc>
                <a:spcPct val="90000"/>
              </a:lnSpc>
              <a:spcBef>
                <a:spcPts val="1001"/>
              </a:spcBef>
              <a:buNone/>
              <a:tabLst>
                <a:tab pos="0" algn="l"/>
              </a:tabLst>
            </a:pPr>
            <a:r>
              <a:rPr lang="en-GB" sz="2400" b="1" strike="noStrike" spc="-1">
                <a:solidFill>
                  <a:srgbClr val="152B77"/>
                </a:solidFill>
                <a:latin typeface="Open Sans"/>
                <a:ea typeface="Open Sans"/>
              </a:rPr>
              <a:t>University of Malta</a:t>
            </a:r>
            <a:endParaRPr lang="en-US" sz="2400" b="0" strike="noStrike" spc="-1">
              <a:solidFill>
                <a:srgbClr val="000000"/>
              </a:solidFill>
              <a:latin typeface="Arial"/>
            </a:endParaRPr>
          </a:p>
          <a:p>
            <a:pPr indent="0" algn="r" defTabSz="914400">
              <a:lnSpc>
                <a:spcPct val="90000"/>
              </a:lnSpc>
              <a:spcBef>
                <a:spcPts val="1001"/>
              </a:spcBef>
              <a:buNone/>
              <a:tabLst>
                <a:tab pos="0" algn="l"/>
              </a:tabLst>
            </a:pPr>
            <a:r>
              <a:rPr lang="en-GB" sz="2400" b="1" strike="noStrike" spc="-1">
                <a:solidFill>
                  <a:srgbClr val="152B77"/>
                </a:solidFill>
                <a:latin typeface="Open Sans"/>
                <a:ea typeface="Open Sans"/>
              </a:rPr>
              <a:t>Malta</a:t>
            </a:r>
            <a:endParaRPr lang="en-US" sz="2400" b="0" strike="noStrike" spc="-1">
              <a:solidFill>
                <a:srgbClr val="000000"/>
              </a:solidFill>
              <a:latin typeface="Arial"/>
            </a:endParaRPr>
          </a:p>
        </p:txBody>
      </p:sp>
      <p:sp>
        <p:nvSpPr>
          <p:cNvPr id="192" name="PlaceHolder 2"/>
          <p:cNvSpPr>
            <a:spLocks noGrp="1"/>
          </p:cNvSpPr>
          <p:nvPr>
            <p:ph/>
          </p:nvPr>
        </p:nvSpPr>
        <p:spPr>
          <a:xfrm>
            <a:off x="2743200" y="2796840"/>
            <a:ext cx="9448200" cy="631440"/>
          </a:xfrm>
          <a:prstGeom prst="rect">
            <a:avLst/>
          </a:prstGeom>
          <a:noFill/>
          <a:ln w="0">
            <a:noFill/>
          </a:ln>
        </p:spPr>
        <p:txBody>
          <a:bodyPr lIns="91440" tIns="45720" rIns="91440" bIns="45720" anchor="ctr">
            <a:normAutofit fontScale="82499" lnSpcReduction="10000"/>
          </a:bodyPr>
          <a:lstStyle/>
          <a:p>
            <a:pPr indent="0" algn="just" defTabSz="914400">
              <a:lnSpc>
                <a:spcPct val="90000"/>
              </a:lnSpc>
              <a:spcBef>
                <a:spcPts val="1001"/>
              </a:spcBef>
              <a:buNone/>
              <a:tabLst>
                <a:tab pos="0" algn="l"/>
              </a:tabLst>
            </a:pPr>
            <a:r>
              <a:rPr lang="en-US" sz="2800" b="1" strike="noStrike" spc="-1">
                <a:solidFill>
                  <a:srgbClr val="152B77"/>
                </a:solidFill>
                <a:latin typeface="Montserrat"/>
                <a:ea typeface="Open Sans"/>
              </a:rPr>
              <a:t>M.AI.ESTRO: Virtual Reality Skill Guidance Through Edge AI</a:t>
            </a:r>
            <a:endParaRPr lang="en-US" sz="28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Presentation Outline</a:t>
            </a:r>
            <a:endParaRPr lang="en-US" sz="3200" b="0" strike="noStrike" spc="-1">
              <a:solidFill>
                <a:srgbClr val="000000"/>
              </a:solidFill>
              <a:latin typeface="Arial"/>
            </a:endParaRPr>
          </a:p>
        </p:txBody>
      </p:sp>
      <p:sp>
        <p:nvSpPr>
          <p:cNvPr id="194" name="PlaceHolder 2"/>
          <p:cNvSpPr>
            <a:spLocks noGrp="1"/>
          </p:cNvSpPr>
          <p:nvPr>
            <p:ph/>
          </p:nvPr>
        </p:nvSpPr>
        <p:spPr>
          <a:xfrm>
            <a:off x="3940920" y="1334160"/>
            <a:ext cx="8061480" cy="4674754"/>
          </a:xfrm>
          <a:prstGeom prst="rect">
            <a:avLst/>
          </a:prstGeom>
          <a:noFill/>
          <a:ln w="0">
            <a:noFill/>
          </a:ln>
        </p:spPr>
        <p:txBody>
          <a:bodyPr lIns="91440" tIns="45720" rIns="91440" bIns="45720" anchor="t">
            <a:noAutofit/>
          </a:bodyPr>
          <a:lstStyle/>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Introduction</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State-of-the-art</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Research Question</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Methodology</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Design and Implementation</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Orbit Demo</a:t>
            </a:r>
          </a:p>
          <a:p>
            <a:pPr marL="228600" indent="-228600" algn="just" defTabSz="914400">
              <a:lnSpc>
                <a:spcPct val="90000"/>
              </a:lnSpc>
              <a:spcBef>
                <a:spcPts val="1001"/>
              </a:spcBef>
              <a:buClr>
                <a:srgbClr val="102059"/>
              </a:buClr>
              <a:buFont typeface="Arial"/>
              <a:buChar char="•"/>
            </a:pPr>
            <a:r>
              <a:rPr lang="en-US" sz="2800" spc="-1" dirty="0">
                <a:solidFill>
                  <a:srgbClr val="102059"/>
                </a:solidFill>
                <a:latin typeface="Open Sans"/>
                <a:ea typeface="Open Sans"/>
              </a:rPr>
              <a:t>Task Demo</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Next Steps</a:t>
            </a:r>
            <a:endParaRPr lang="en-US" sz="2800" b="0" strike="noStrike" spc="-1" dirty="0">
              <a:solidFill>
                <a:srgbClr val="000000"/>
              </a:solidFill>
              <a:latin typeface="Arial"/>
            </a:endParaRPr>
          </a:p>
          <a:p>
            <a:pPr marL="228600" indent="-228600" algn="just" defTabSz="914400">
              <a:lnSpc>
                <a:spcPct val="90000"/>
              </a:lnSpc>
              <a:spcBef>
                <a:spcPts val="1001"/>
              </a:spcBef>
              <a:buClr>
                <a:srgbClr val="102059"/>
              </a:buClr>
              <a:buFont typeface="Arial"/>
              <a:buChar char="•"/>
            </a:pPr>
            <a:r>
              <a:rPr lang="en-US" sz="2800" b="0" strike="noStrike" spc="-1" dirty="0">
                <a:solidFill>
                  <a:srgbClr val="102059"/>
                </a:solidFill>
                <a:latin typeface="Open Sans"/>
                <a:ea typeface="Open Sans"/>
              </a:rPr>
              <a:t>Conclusion</a:t>
            </a:r>
            <a:endParaRPr lang="en-US" sz="2800" b="0" strike="noStrike" spc="-1" dirty="0">
              <a:solidFill>
                <a:srgbClr val="000000"/>
              </a:solidFill>
              <a:latin typeface="Arial"/>
            </a:endParaRPr>
          </a:p>
        </p:txBody>
      </p:sp>
      <p:grpSp>
        <p:nvGrpSpPr>
          <p:cNvPr id="195" name="Group 4"/>
          <p:cNvGrpSpPr/>
          <p:nvPr/>
        </p:nvGrpSpPr>
        <p:grpSpPr>
          <a:xfrm>
            <a:off x="2160" y="1307880"/>
            <a:ext cx="3021480" cy="4312080"/>
            <a:chOff x="2160" y="1307880"/>
            <a:chExt cx="3021480" cy="4312080"/>
          </a:xfrm>
        </p:grpSpPr>
        <p:sp>
          <p:nvSpPr>
            <p:cNvPr id="196" name="Freeform: Shape 5"/>
            <p:cNvSpPr/>
            <p:nvPr/>
          </p:nvSpPr>
          <p:spPr>
            <a:xfrm>
              <a:off x="1324080" y="1334160"/>
              <a:ext cx="1699200" cy="4285800"/>
            </a:xfrm>
            <a:custGeom>
              <a:avLst/>
              <a:gdLst>
                <a:gd name="textAreaLeft" fmla="*/ 0 w 1699200"/>
                <a:gd name="textAreaRight" fmla="*/ 1700280 w 1699200"/>
                <a:gd name="textAreaTop" fmla="*/ 0 h 4285800"/>
                <a:gd name="textAreaBottom" fmla="*/ 4286880 h 4285800"/>
              </a:gdLst>
              <a:ahLst/>
              <a:cxnLst/>
              <a:rect l="textAreaLeft" t="textAreaTop" r="textAreaRight" b="textAreaBottom"/>
              <a:pathLst>
                <a:path w="1319511" h="3342322">
                  <a:moveTo>
                    <a:pt x="108585" y="3342323"/>
                  </a:moveTo>
                  <a:lnTo>
                    <a:pt x="157163" y="3181350"/>
                  </a:lnTo>
                  <a:lnTo>
                    <a:pt x="205740" y="3020378"/>
                  </a:lnTo>
                  <a:lnTo>
                    <a:pt x="304800" y="2698433"/>
                  </a:lnTo>
                  <a:lnTo>
                    <a:pt x="304800" y="2698433"/>
                  </a:lnTo>
                  <a:lnTo>
                    <a:pt x="304800" y="2698433"/>
                  </a:lnTo>
                  <a:cubicBezTo>
                    <a:pt x="319088" y="2674620"/>
                    <a:pt x="337185" y="2653665"/>
                    <a:pt x="356235" y="2633663"/>
                  </a:cubicBezTo>
                  <a:cubicBezTo>
                    <a:pt x="365760" y="2624138"/>
                    <a:pt x="376238" y="2614613"/>
                    <a:pt x="386715" y="2606040"/>
                  </a:cubicBezTo>
                  <a:cubicBezTo>
                    <a:pt x="397192" y="2597468"/>
                    <a:pt x="408622" y="2588895"/>
                    <a:pt x="420053" y="2582228"/>
                  </a:cubicBezTo>
                  <a:cubicBezTo>
                    <a:pt x="465772" y="2551748"/>
                    <a:pt x="518160" y="2530793"/>
                    <a:pt x="571500" y="2519363"/>
                  </a:cubicBezTo>
                  <a:cubicBezTo>
                    <a:pt x="598170" y="2513648"/>
                    <a:pt x="625792" y="2509838"/>
                    <a:pt x="652463" y="2506980"/>
                  </a:cubicBezTo>
                  <a:cubicBezTo>
                    <a:pt x="680085" y="2505075"/>
                    <a:pt x="706755" y="2503170"/>
                    <a:pt x="734378" y="2502218"/>
                  </a:cubicBezTo>
                  <a:cubicBezTo>
                    <a:pt x="788670" y="2500313"/>
                    <a:pt x="843915" y="2500313"/>
                    <a:pt x="898207" y="2504123"/>
                  </a:cubicBezTo>
                  <a:cubicBezTo>
                    <a:pt x="925830" y="2506028"/>
                    <a:pt x="952500" y="2507933"/>
                    <a:pt x="980122" y="2509838"/>
                  </a:cubicBezTo>
                  <a:cubicBezTo>
                    <a:pt x="993457" y="2510790"/>
                    <a:pt x="1007745" y="2511743"/>
                    <a:pt x="1021080" y="2512695"/>
                  </a:cubicBezTo>
                  <a:cubicBezTo>
                    <a:pt x="1027747" y="2512695"/>
                    <a:pt x="1034415" y="2513648"/>
                    <a:pt x="1041082" y="2512695"/>
                  </a:cubicBezTo>
                  <a:cubicBezTo>
                    <a:pt x="1044892" y="2512695"/>
                    <a:pt x="1047750" y="2512695"/>
                    <a:pt x="1050607" y="2511743"/>
                  </a:cubicBezTo>
                  <a:cubicBezTo>
                    <a:pt x="1053465" y="2510790"/>
                    <a:pt x="1057275" y="2510790"/>
                    <a:pt x="1059180" y="2508885"/>
                  </a:cubicBezTo>
                  <a:cubicBezTo>
                    <a:pt x="1064895" y="2505075"/>
                    <a:pt x="1070610" y="2501265"/>
                    <a:pt x="1076325" y="2498408"/>
                  </a:cubicBezTo>
                  <a:cubicBezTo>
                    <a:pt x="1082040" y="2494598"/>
                    <a:pt x="1087755" y="2491740"/>
                    <a:pt x="1093470" y="2487930"/>
                  </a:cubicBezTo>
                  <a:cubicBezTo>
                    <a:pt x="1104900" y="2480310"/>
                    <a:pt x="1116330" y="2472690"/>
                    <a:pt x="1126807" y="2464118"/>
                  </a:cubicBezTo>
                  <a:cubicBezTo>
                    <a:pt x="1147763" y="2446973"/>
                    <a:pt x="1166813" y="2427923"/>
                    <a:pt x="1180148" y="2404110"/>
                  </a:cubicBezTo>
                  <a:cubicBezTo>
                    <a:pt x="1186815" y="2392680"/>
                    <a:pt x="1190625" y="2379345"/>
                    <a:pt x="1193482" y="2366010"/>
                  </a:cubicBezTo>
                  <a:cubicBezTo>
                    <a:pt x="1195388" y="2352675"/>
                    <a:pt x="1195388" y="2339340"/>
                    <a:pt x="1192530" y="2326005"/>
                  </a:cubicBezTo>
                  <a:cubicBezTo>
                    <a:pt x="1185863" y="2299335"/>
                    <a:pt x="1177290" y="2273618"/>
                    <a:pt x="1167765" y="2248853"/>
                  </a:cubicBezTo>
                  <a:cubicBezTo>
                    <a:pt x="1163003" y="2236470"/>
                    <a:pt x="1157288" y="2223135"/>
                    <a:pt x="1153478" y="2210753"/>
                  </a:cubicBezTo>
                  <a:cubicBezTo>
                    <a:pt x="1148715" y="2197418"/>
                    <a:pt x="1145857" y="2184083"/>
                    <a:pt x="1144905" y="2170748"/>
                  </a:cubicBezTo>
                  <a:cubicBezTo>
                    <a:pt x="1143953" y="2156460"/>
                    <a:pt x="1146810" y="2143125"/>
                    <a:pt x="1151573" y="2129790"/>
                  </a:cubicBezTo>
                  <a:cubicBezTo>
                    <a:pt x="1156335" y="2116455"/>
                    <a:pt x="1162050" y="2105025"/>
                    <a:pt x="1168717" y="2092643"/>
                  </a:cubicBezTo>
                  <a:lnTo>
                    <a:pt x="1168717" y="2092643"/>
                  </a:lnTo>
                  <a:lnTo>
                    <a:pt x="1168717" y="2092643"/>
                  </a:lnTo>
                  <a:cubicBezTo>
                    <a:pt x="1175385" y="2085023"/>
                    <a:pt x="1182053" y="2076450"/>
                    <a:pt x="1186815" y="2066925"/>
                  </a:cubicBezTo>
                  <a:cubicBezTo>
                    <a:pt x="1191578" y="2057400"/>
                    <a:pt x="1194435" y="2046923"/>
                    <a:pt x="1194435" y="2036445"/>
                  </a:cubicBezTo>
                  <a:cubicBezTo>
                    <a:pt x="1194435" y="2025968"/>
                    <a:pt x="1191578" y="2015490"/>
                    <a:pt x="1185863" y="2006918"/>
                  </a:cubicBezTo>
                  <a:cubicBezTo>
                    <a:pt x="1180148" y="1998345"/>
                    <a:pt x="1172528" y="1990725"/>
                    <a:pt x="1163955" y="1984058"/>
                  </a:cubicBezTo>
                  <a:lnTo>
                    <a:pt x="1162050" y="1983105"/>
                  </a:lnTo>
                  <a:lnTo>
                    <a:pt x="1163003" y="1981200"/>
                  </a:lnTo>
                  <a:cubicBezTo>
                    <a:pt x="1172528" y="1971675"/>
                    <a:pt x="1181100" y="1961198"/>
                    <a:pt x="1188720" y="1950720"/>
                  </a:cubicBezTo>
                  <a:cubicBezTo>
                    <a:pt x="1196340" y="1940243"/>
                    <a:pt x="1203960" y="1929765"/>
                    <a:pt x="1210628" y="1918335"/>
                  </a:cubicBezTo>
                  <a:cubicBezTo>
                    <a:pt x="1217295" y="1906905"/>
                    <a:pt x="1223010" y="1894523"/>
                    <a:pt x="1226820" y="1882140"/>
                  </a:cubicBezTo>
                  <a:cubicBezTo>
                    <a:pt x="1230630" y="1869758"/>
                    <a:pt x="1231582" y="1856423"/>
                    <a:pt x="1228725" y="1844040"/>
                  </a:cubicBezTo>
                  <a:lnTo>
                    <a:pt x="1228725" y="1844993"/>
                  </a:lnTo>
                  <a:cubicBezTo>
                    <a:pt x="1220153" y="1831658"/>
                    <a:pt x="1212532" y="1818323"/>
                    <a:pt x="1205865" y="1804035"/>
                  </a:cubicBezTo>
                  <a:cubicBezTo>
                    <a:pt x="1199198" y="1789748"/>
                    <a:pt x="1193482" y="1775460"/>
                    <a:pt x="1188720" y="1761173"/>
                  </a:cubicBezTo>
                  <a:cubicBezTo>
                    <a:pt x="1183957" y="1745933"/>
                    <a:pt x="1181100" y="1730693"/>
                    <a:pt x="1181100" y="1715453"/>
                  </a:cubicBezTo>
                  <a:cubicBezTo>
                    <a:pt x="1181100" y="1700213"/>
                    <a:pt x="1184910" y="1683068"/>
                    <a:pt x="1195388" y="1670685"/>
                  </a:cubicBezTo>
                  <a:lnTo>
                    <a:pt x="1196340" y="1669733"/>
                  </a:lnTo>
                  <a:lnTo>
                    <a:pt x="1197292" y="1669733"/>
                  </a:lnTo>
                  <a:cubicBezTo>
                    <a:pt x="1214438" y="1666875"/>
                    <a:pt x="1231582" y="1661160"/>
                    <a:pt x="1246823" y="1653540"/>
                  </a:cubicBezTo>
                  <a:cubicBezTo>
                    <a:pt x="1262063" y="1645920"/>
                    <a:pt x="1276350" y="1634490"/>
                    <a:pt x="1286828" y="1621155"/>
                  </a:cubicBezTo>
                  <a:cubicBezTo>
                    <a:pt x="1297305" y="1607820"/>
                    <a:pt x="1304925" y="1591628"/>
                    <a:pt x="1308735" y="1574483"/>
                  </a:cubicBezTo>
                  <a:cubicBezTo>
                    <a:pt x="1312545" y="1557338"/>
                    <a:pt x="1312545" y="1540193"/>
                    <a:pt x="1310640" y="1523048"/>
                  </a:cubicBezTo>
                  <a:lnTo>
                    <a:pt x="1310640" y="1521143"/>
                  </a:lnTo>
                  <a:cubicBezTo>
                    <a:pt x="1310640" y="1521143"/>
                    <a:pt x="1310640" y="1520190"/>
                    <a:pt x="1310640" y="1519238"/>
                  </a:cubicBezTo>
                  <a:cubicBezTo>
                    <a:pt x="1310640" y="1518285"/>
                    <a:pt x="1310640" y="1517333"/>
                    <a:pt x="1310640" y="1516380"/>
                  </a:cubicBezTo>
                  <a:cubicBezTo>
                    <a:pt x="1309688" y="1514475"/>
                    <a:pt x="1309688" y="1512570"/>
                    <a:pt x="1308735" y="1510665"/>
                  </a:cubicBezTo>
                  <a:cubicBezTo>
                    <a:pt x="1306830" y="1506855"/>
                    <a:pt x="1304925" y="1503998"/>
                    <a:pt x="1303020" y="1500188"/>
                  </a:cubicBezTo>
                  <a:cubicBezTo>
                    <a:pt x="1301115" y="1497330"/>
                    <a:pt x="1298257" y="1493520"/>
                    <a:pt x="1296353" y="1490663"/>
                  </a:cubicBezTo>
                  <a:lnTo>
                    <a:pt x="1292542" y="1485900"/>
                  </a:lnTo>
                  <a:lnTo>
                    <a:pt x="1288732" y="1481138"/>
                  </a:lnTo>
                  <a:cubicBezTo>
                    <a:pt x="1278255" y="1468755"/>
                    <a:pt x="1265873" y="1458278"/>
                    <a:pt x="1253490" y="1447800"/>
                  </a:cubicBezTo>
                  <a:cubicBezTo>
                    <a:pt x="1228725" y="1426845"/>
                    <a:pt x="1202055" y="1407795"/>
                    <a:pt x="1175385" y="1388745"/>
                  </a:cubicBezTo>
                  <a:cubicBezTo>
                    <a:pt x="1162050" y="1379220"/>
                    <a:pt x="1148715" y="1368743"/>
                    <a:pt x="1137285" y="1357313"/>
                  </a:cubicBezTo>
                  <a:cubicBezTo>
                    <a:pt x="1124903" y="1345883"/>
                    <a:pt x="1114425" y="1333500"/>
                    <a:pt x="1103948" y="1320165"/>
                  </a:cubicBezTo>
                  <a:cubicBezTo>
                    <a:pt x="1083945" y="1293495"/>
                    <a:pt x="1067753" y="1263968"/>
                    <a:pt x="1057275" y="1232535"/>
                  </a:cubicBezTo>
                  <a:cubicBezTo>
                    <a:pt x="1045845" y="1201103"/>
                    <a:pt x="1039178" y="1168718"/>
                    <a:pt x="1036320" y="1135380"/>
                  </a:cubicBezTo>
                  <a:cubicBezTo>
                    <a:pt x="1033463" y="1102043"/>
                    <a:pt x="1034415" y="1068705"/>
                    <a:pt x="1042988" y="1036320"/>
                  </a:cubicBezTo>
                  <a:cubicBezTo>
                    <a:pt x="1044892" y="1028700"/>
                    <a:pt x="1045845" y="1021080"/>
                    <a:pt x="1046797" y="1012508"/>
                  </a:cubicBezTo>
                  <a:cubicBezTo>
                    <a:pt x="1047750" y="1004888"/>
                    <a:pt x="1047750" y="996315"/>
                    <a:pt x="1047750" y="988695"/>
                  </a:cubicBezTo>
                  <a:cubicBezTo>
                    <a:pt x="1047750" y="972503"/>
                    <a:pt x="1045845" y="956310"/>
                    <a:pt x="1042988" y="941070"/>
                  </a:cubicBezTo>
                  <a:cubicBezTo>
                    <a:pt x="1037272" y="909638"/>
                    <a:pt x="1023938" y="879158"/>
                    <a:pt x="1005840" y="853440"/>
                  </a:cubicBezTo>
                  <a:lnTo>
                    <a:pt x="1004888" y="852488"/>
                  </a:lnTo>
                  <a:lnTo>
                    <a:pt x="1004888" y="851535"/>
                  </a:lnTo>
                  <a:cubicBezTo>
                    <a:pt x="989647" y="793433"/>
                    <a:pt x="969645" y="736283"/>
                    <a:pt x="948690" y="680085"/>
                  </a:cubicBezTo>
                  <a:cubicBezTo>
                    <a:pt x="926782" y="623888"/>
                    <a:pt x="902970" y="568643"/>
                    <a:pt x="875347" y="515303"/>
                  </a:cubicBezTo>
                  <a:cubicBezTo>
                    <a:pt x="847725" y="461963"/>
                    <a:pt x="817245" y="409575"/>
                    <a:pt x="783907" y="360045"/>
                  </a:cubicBezTo>
                  <a:cubicBezTo>
                    <a:pt x="749617" y="310515"/>
                    <a:pt x="712470" y="263843"/>
                    <a:pt x="669607" y="220980"/>
                  </a:cubicBezTo>
                  <a:cubicBezTo>
                    <a:pt x="659130" y="210503"/>
                    <a:pt x="647700" y="200025"/>
                    <a:pt x="637222" y="190500"/>
                  </a:cubicBezTo>
                  <a:cubicBezTo>
                    <a:pt x="631507" y="185738"/>
                    <a:pt x="625792" y="180975"/>
                    <a:pt x="620078" y="176213"/>
                  </a:cubicBezTo>
                  <a:cubicBezTo>
                    <a:pt x="614363" y="171450"/>
                    <a:pt x="608647" y="166688"/>
                    <a:pt x="602932" y="161925"/>
                  </a:cubicBezTo>
                  <a:lnTo>
                    <a:pt x="584835" y="148590"/>
                  </a:lnTo>
                  <a:lnTo>
                    <a:pt x="575310" y="141923"/>
                  </a:lnTo>
                  <a:cubicBezTo>
                    <a:pt x="572453" y="140018"/>
                    <a:pt x="568642" y="138113"/>
                    <a:pt x="565785" y="136208"/>
                  </a:cubicBezTo>
                  <a:lnTo>
                    <a:pt x="546735" y="123825"/>
                  </a:lnTo>
                  <a:cubicBezTo>
                    <a:pt x="540067" y="120015"/>
                    <a:pt x="533400" y="116205"/>
                    <a:pt x="527685" y="112395"/>
                  </a:cubicBezTo>
                  <a:cubicBezTo>
                    <a:pt x="501015" y="98108"/>
                    <a:pt x="473392" y="87630"/>
                    <a:pt x="444817" y="78105"/>
                  </a:cubicBezTo>
                  <a:cubicBezTo>
                    <a:pt x="416242" y="68580"/>
                    <a:pt x="386715" y="60960"/>
                    <a:pt x="358140" y="53340"/>
                  </a:cubicBezTo>
                  <a:cubicBezTo>
                    <a:pt x="299085" y="39053"/>
                    <a:pt x="240030" y="29528"/>
                    <a:pt x="180022" y="20955"/>
                  </a:cubicBezTo>
                  <a:cubicBezTo>
                    <a:pt x="120015" y="12383"/>
                    <a:pt x="60007" y="5715"/>
                    <a:pt x="0" y="953"/>
                  </a:cubicBezTo>
                  <a:lnTo>
                    <a:pt x="0" y="0"/>
                  </a:lnTo>
                  <a:cubicBezTo>
                    <a:pt x="60007" y="4763"/>
                    <a:pt x="120015" y="10478"/>
                    <a:pt x="180022" y="18098"/>
                  </a:cubicBezTo>
                  <a:cubicBezTo>
                    <a:pt x="240030" y="25718"/>
                    <a:pt x="300038" y="35243"/>
                    <a:pt x="358140" y="48578"/>
                  </a:cubicBezTo>
                  <a:cubicBezTo>
                    <a:pt x="387667" y="55245"/>
                    <a:pt x="417195" y="62865"/>
                    <a:pt x="445770" y="72390"/>
                  </a:cubicBezTo>
                  <a:cubicBezTo>
                    <a:pt x="474345" y="81915"/>
                    <a:pt x="502920" y="92393"/>
                    <a:pt x="529590" y="106680"/>
                  </a:cubicBezTo>
                  <a:cubicBezTo>
                    <a:pt x="536257" y="110490"/>
                    <a:pt x="542925" y="113348"/>
                    <a:pt x="549592" y="118110"/>
                  </a:cubicBezTo>
                  <a:lnTo>
                    <a:pt x="568642" y="130493"/>
                  </a:lnTo>
                  <a:cubicBezTo>
                    <a:pt x="571500" y="132398"/>
                    <a:pt x="575310" y="134303"/>
                    <a:pt x="578167" y="136208"/>
                  </a:cubicBezTo>
                  <a:lnTo>
                    <a:pt x="587692" y="142875"/>
                  </a:lnTo>
                  <a:lnTo>
                    <a:pt x="605790" y="156210"/>
                  </a:lnTo>
                  <a:cubicBezTo>
                    <a:pt x="611505" y="160973"/>
                    <a:pt x="617220" y="165735"/>
                    <a:pt x="623888" y="170498"/>
                  </a:cubicBezTo>
                  <a:cubicBezTo>
                    <a:pt x="629603" y="175260"/>
                    <a:pt x="635317" y="180023"/>
                    <a:pt x="641032" y="184785"/>
                  </a:cubicBezTo>
                  <a:cubicBezTo>
                    <a:pt x="652463" y="195263"/>
                    <a:pt x="663892" y="204788"/>
                    <a:pt x="674370" y="215265"/>
                  </a:cubicBezTo>
                  <a:cubicBezTo>
                    <a:pt x="717232" y="258128"/>
                    <a:pt x="756285" y="304800"/>
                    <a:pt x="790575" y="354330"/>
                  </a:cubicBezTo>
                  <a:lnTo>
                    <a:pt x="803910" y="373380"/>
                  </a:lnTo>
                  <a:lnTo>
                    <a:pt x="816292" y="392430"/>
                  </a:lnTo>
                  <a:cubicBezTo>
                    <a:pt x="824865" y="404813"/>
                    <a:pt x="832485" y="418148"/>
                    <a:pt x="840105" y="431483"/>
                  </a:cubicBezTo>
                  <a:cubicBezTo>
                    <a:pt x="855345" y="457200"/>
                    <a:pt x="870585" y="483870"/>
                    <a:pt x="883920" y="511492"/>
                  </a:cubicBezTo>
                  <a:cubicBezTo>
                    <a:pt x="911542" y="565785"/>
                    <a:pt x="936307" y="621030"/>
                    <a:pt x="958215" y="677228"/>
                  </a:cubicBezTo>
                  <a:cubicBezTo>
                    <a:pt x="980122" y="733425"/>
                    <a:pt x="1000125" y="790575"/>
                    <a:pt x="1015365" y="849630"/>
                  </a:cubicBezTo>
                  <a:lnTo>
                    <a:pt x="1014413" y="847725"/>
                  </a:lnTo>
                  <a:cubicBezTo>
                    <a:pt x="1034415" y="875348"/>
                    <a:pt x="1047750" y="906780"/>
                    <a:pt x="1053465" y="939165"/>
                  </a:cubicBezTo>
                  <a:cubicBezTo>
                    <a:pt x="1056323" y="955358"/>
                    <a:pt x="1058228" y="972503"/>
                    <a:pt x="1058228" y="988695"/>
                  </a:cubicBezTo>
                  <a:cubicBezTo>
                    <a:pt x="1058228" y="997268"/>
                    <a:pt x="1058228" y="1004888"/>
                    <a:pt x="1057275" y="1013460"/>
                  </a:cubicBezTo>
                  <a:cubicBezTo>
                    <a:pt x="1056323" y="1022033"/>
                    <a:pt x="1055370" y="1029653"/>
                    <a:pt x="1053465" y="1038225"/>
                  </a:cubicBezTo>
                  <a:cubicBezTo>
                    <a:pt x="1045845" y="1069658"/>
                    <a:pt x="1044892" y="1102043"/>
                    <a:pt x="1046797" y="1134428"/>
                  </a:cubicBezTo>
                  <a:cubicBezTo>
                    <a:pt x="1049655" y="1166813"/>
                    <a:pt x="1056323" y="1198245"/>
                    <a:pt x="1066800" y="1228725"/>
                  </a:cubicBezTo>
                  <a:cubicBezTo>
                    <a:pt x="1088707" y="1289685"/>
                    <a:pt x="1128713" y="1343978"/>
                    <a:pt x="1181100" y="1382078"/>
                  </a:cubicBezTo>
                  <a:cubicBezTo>
                    <a:pt x="1207770" y="1401128"/>
                    <a:pt x="1234440" y="1420178"/>
                    <a:pt x="1259205" y="1442085"/>
                  </a:cubicBezTo>
                  <a:cubicBezTo>
                    <a:pt x="1271588" y="1452563"/>
                    <a:pt x="1283970" y="1463993"/>
                    <a:pt x="1294448" y="1476375"/>
                  </a:cubicBezTo>
                  <a:lnTo>
                    <a:pt x="1298257" y="1481138"/>
                  </a:lnTo>
                  <a:lnTo>
                    <a:pt x="1302067" y="1485900"/>
                  </a:lnTo>
                  <a:cubicBezTo>
                    <a:pt x="1304925" y="1488758"/>
                    <a:pt x="1306830" y="1492568"/>
                    <a:pt x="1309688" y="1496378"/>
                  </a:cubicBezTo>
                  <a:cubicBezTo>
                    <a:pt x="1311592" y="1500188"/>
                    <a:pt x="1314450" y="1503998"/>
                    <a:pt x="1315403" y="1507808"/>
                  </a:cubicBezTo>
                  <a:cubicBezTo>
                    <a:pt x="1316355" y="1509713"/>
                    <a:pt x="1317307" y="1511618"/>
                    <a:pt x="1317307" y="1514475"/>
                  </a:cubicBezTo>
                  <a:cubicBezTo>
                    <a:pt x="1317307" y="1515428"/>
                    <a:pt x="1318260" y="1516380"/>
                    <a:pt x="1318260" y="1518285"/>
                  </a:cubicBezTo>
                  <a:cubicBezTo>
                    <a:pt x="1318260" y="1519238"/>
                    <a:pt x="1318260" y="1520190"/>
                    <a:pt x="1318260" y="1523048"/>
                  </a:cubicBezTo>
                  <a:lnTo>
                    <a:pt x="1318260" y="1521143"/>
                  </a:lnTo>
                  <a:cubicBezTo>
                    <a:pt x="1320165" y="1539240"/>
                    <a:pt x="1320165" y="1557338"/>
                    <a:pt x="1316355" y="1575435"/>
                  </a:cubicBezTo>
                  <a:cubicBezTo>
                    <a:pt x="1312545" y="1593533"/>
                    <a:pt x="1303973" y="1609725"/>
                    <a:pt x="1292542" y="1624013"/>
                  </a:cubicBezTo>
                  <a:cubicBezTo>
                    <a:pt x="1281113" y="1638300"/>
                    <a:pt x="1265873" y="1648778"/>
                    <a:pt x="1249680" y="1657350"/>
                  </a:cubicBezTo>
                  <a:cubicBezTo>
                    <a:pt x="1233488" y="1665923"/>
                    <a:pt x="1216342" y="1671638"/>
                    <a:pt x="1198245" y="1674495"/>
                  </a:cubicBezTo>
                  <a:lnTo>
                    <a:pt x="1200150" y="1673543"/>
                  </a:lnTo>
                  <a:cubicBezTo>
                    <a:pt x="1190625" y="1684973"/>
                    <a:pt x="1186815" y="1700213"/>
                    <a:pt x="1186815" y="1715453"/>
                  </a:cubicBezTo>
                  <a:cubicBezTo>
                    <a:pt x="1186815" y="1730693"/>
                    <a:pt x="1189673" y="1745933"/>
                    <a:pt x="1194435" y="1760220"/>
                  </a:cubicBezTo>
                  <a:cubicBezTo>
                    <a:pt x="1199198" y="1774508"/>
                    <a:pt x="1204913" y="1788795"/>
                    <a:pt x="1211580" y="1803083"/>
                  </a:cubicBezTo>
                  <a:cubicBezTo>
                    <a:pt x="1218248" y="1816418"/>
                    <a:pt x="1225867" y="1830705"/>
                    <a:pt x="1233488" y="1843088"/>
                  </a:cubicBezTo>
                  <a:lnTo>
                    <a:pt x="1233488" y="1843088"/>
                  </a:lnTo>
                  <a:lnTo>
                    <a:pt x="1233488" y="1843088"/>
                  </a:lnTo>
                  <a:cubicBezTo>
                    <a:pt x="1237298" y="1856423"/>
                    <a:pt x="1235392" y="1870710"/>
                    <a:pt x="1231582" y="1884045"/>
                  </a:cubicBezTo>
                  <a:cubicBezTo>
                    <a:pt x="1227773" y="1897380"/>
                    <a:pt x="1222057" y="1908810"/>
                    <a:pt x="1215390" y="1921193"/>
                  </a:cubicBezTo>
                  <a:cubicBezTo>
                    <a:pt x="1208723" y="1932623"/>
                    <a:pt x="1201103" y="1944052"/>
                    <a:pt x="1192530" y="1954530"/>
                  </a:cubicBezTo>
                  <a:cubicBezTo>
                    <a:pt x="1183957" y="1965008"/>
                    <a:pt x="1175385" y="1975485"/>
                    <a:pt x="1165860" y="1985010"/>
                  </a:cubicBezTo>
                  <a:lnTo>
                    <a:pt x="1165860" y="1982152"/>
                  </a:lnTo>
                  <a:cubicBezTo>
                    <a:pt x="1174432" y="1988820"/>
                    <a:pt x="1182053" y="1996440"/>
                    <a:pt x="1188720" y="2005965"/>
                  </a:cubicBezTo>
                  <a:cubicBezTo>
                    <a:pt x="1194435" y="2015490"/>
                    <a:pt x="1198245" y="2025968"/>
                    <a:pt x="1198245" y="2037398"/>
                  </a:cubicBezTo>
                  <a:cubicBezTo>
                    <a:pt x="1198245" y="2048827"/>
                    <a:pt x="1195388" y="2059305"/>
                    <a:pt x="1190625" y="2068830"/>
                  </a:cubicBezTo>
                  <a:cubicBezTo>
                    <a:pt x="1185863" y="2078355"/>
                    <a:pt x="1180148" y="2087880"/>
                    <a:pt x="1172528" y="2095500"/>
                  </a:cubicBezTo>
                  <a:lnTo>
                    <a:pt x="1172528" y="2095500"/>
                  </a:lnTo>
                  <a:cubicBezTo>
                    <a:pt x="1169670" y="2101215"/>
                    <a:pt x="1165860" y="2107883"/>
                    <a:pt x="1163003" y="2113598"/>
                  </a:cubicBezTo>
                  <a:cubicBezTo>
                    <a:pt x="1160145" y="2120265"/>
                    <a:pt x="1157288" y="2125980"/>
                    <a:pt x="1155382" y="2132648"/>
                  </a:cubicBezTo>
                  <a:cubicBezTo>
                    <a:pt x="1150620" y="2145030"/>
                    <a:pt x="1147763" y="2158365"/>
                    <a:pt x="1148715" y="2172653"/>
                  </a:cubicBezTo>
                  <a:cubicBezTo>
                    <a:pt x="1149667" y="2185988"/>
                    <a:pt x="1152525" y="2199323"/>
                    <a:pt x="1157288" y="2211705"/>
                  </a:cubicBezTo>
                  <a:cubicBezTo>
                    <a:pt x="1162050" y="2224088"/>
                    <a:pt x="1166813" y="2237423"/>
                    <a:pt x="1171575" y="2249805"/>
                  </a:cubicBezTo>
                  <a:cubicBezTo>
                    <a:pt x="1181100" y="2275523"/>
                    <a:pt x="1190625" y="2301240"/>
                    <a:pt x="1197292" y="2327910"/>
                  </a:cubicBezTo>
                  <a:cubicBezTo>
                    <a:pt x="1200150" y="2341245"/>
                    <a:pt x="1200150" y="2355533"/>
                    <a:pt x="1198245" y="2368868"/>
                  </a:cubicBezTo>
                  <a:cubicBezTo>
                    <a:pt x="1196340" y="2382203"/>
                    <a:pt x="1191578" y="2395538"/>
                    <a:pt x="1184910" y="2407920"/>
                  </a:cubicBezTo>
                  <a:cubicBezTo>
                    <a:pt x="1172528" y="2432685"/>
                    <a:pt x="1152525" y="2452688"/>
                    <a:pt x="1131570" y="2469833"/>
                  </a:cubicBezTo>
                  <a:cubicBezTo>
                    <a:pt x="1121092" y="2478405"/>
                    <a:pt x="1109663" y="2486025"/>
                    <a:pt x="1098232" y="2493645"/>
                  </a:cubicBezTo>
                  <a:cubicBezTo>
                    <a:pt x="1086803" y="2501265"/>
                    <a:pt x="1074420" y="2507933"/>
                    <a:pt x="1063942" y="2515553"/>
                  </a:cubicBezTo>
                  <a:cubicBezTo>
                    <a:pt x="1060132" y="2518410"/>
                    <a:pt x="1056323" y="2518410"/>
                    <a:pt x="1053465" y="2519363"/>
                  </a:cubicBezTo>
                  <a:cubicBezTo>
                    <a:pt x="1049655" y="2520315"/>
                    <a:pt x="1046797" y="2520315"/>
                    <a:pt x="1042988" y="2520315"/>
                  </a:cubicBezTo>
                  <a:cubicBezTo>
                    <a:pt x="1036320" y="2520315"/>
                    <a:pt x="1028700" y="2520315"/>
                    <a:pt x="1022032" y="2520315"/>
                  </a:cubicBezTo>
                  <a:cubicBezTo>
                    <a:pt x="1008697" y="2519363"/>
                    <a:pt x="994410" y="2518410"/>
                    <a:pt x="981075" y="2517458"/>
                  </a:cubicBezTo>
                  <a:cubicBezTo>
                    <a:pt x="953453" y="2515553"/>
                    <a:pt x="926782" y="2513648"/>
                    <a:pt x="899160" y="2512695"/>
                  </a:cubicBezTo>
                  <a:cubicBezTo>
                    <a:pt x="844867" y="2509838"/>
                    <a:pt x="790575" y="2509838"/>
                    <a:pt x="736282" y="2511743"/>
                  </a:cubicBezTo>
                  <a:cubicBezTo>
                    <a:pt x="708660" y="2512695"/>
                    <a:pt x="681990" y="2514600"/>
                    <a:pt x="654367" y="2516505"/>
                  </a:cubicBezTo>
                  <a:cubicBezTo>
                    <a:pt x="627697" y="2518410"/>
                    <a:pt x="600075" y="2522220"/>
                    <a:pt x="574357" y="2528888"/>
                  </a:cubicBezTo>
                  <a:cubicBezTo>
                    <a:pt x="521970" y="2541270"/>
                    <a:pt x="470535" y="2561273"/>
                    <a:pt x="424815" y="2590800"/>
                  </a:cubicBezTo>
                  <a:cubicBezTo>
                    <a:pt x="413385" y="2598420"/>
                    <a:pt x="402907" y="2606040"/>
                    <a:pt x="391478" y="2614613"/>
                  </a:cubicBezTo>
                  <a:cubicBezTo>
                    <a:pt x="381000" y="2623185"/>
                    <a:pt x="370522" y="2631758"/>
                    <a:pt x="360997" y="2641283"/>
                  </a:cubicBezTo>
                  <a:cubicBezTo>
                    <a:pt x="341947" y="2660333"/>
                    <a:pt x="323850" y="2681288"/>
                    <a:pt x="310515" y="2704148"/>
                  </a:cubicBezTo>
                  <a:lnTo>
                    <a:pt x="310515" y="2703195"/>
                  </a:lnTo>
                  <a:lnTo>
                    <a:pt x="209550" y="3024188"/>
                  </a:lnTo>
                  <a:lnTo>
                    <a:pt x="159067" y="3185160"/>
                  </a:lnTo>
                  <a:lnTo>
                    <a:pt x="108585" y="3342323"/>
                  </a:lnTo>
                  <a:lnTo>
                    <a:pt x="108585" y="3342323"/>
                  </a:lnTo>
                  <a:close/>
                </a:path>
              </a:pathLst>
            </a:custGeom>
            <a:solidFill>
              <a:schemeClr val="accent1">
                <a:lumMod val="60000"/>
                <a:lumOff val="40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197" name="Freeform: Shape 6"/>
            <p:cNvSpPr/>
            <p:nvPr/>
          </p:nvSpPr>
          <p:spPr>
            <a:xfrm>
              <a:off x="2160" y="1307880"/>
              <a:ext cx="3021480" cy="4309920"/>
            </a:xfrm>
            <a:custGeom>
              <a:avLst/>
              <a:gdLst>
                <a:gd name="textAreaLeft" fmla="*/ 0 w 3021480"/>
                <a:gd name="textAreaRight" fmla="*/ 3022560 w 3021480"/>
                <a:gd name="textAreaTop" fmla="*/ 0 h 4309920"/>
                <a:gd name="textAreaBottom" fmla="*/ 4311000 h 4309920"/>
              </a:gdLst>
              <a:ahLst/>
              <a:cxnLst/>
              <a:rect l="textAreaLeft" t="textAreaTop" r="textAreaRight" b="textAreaBottom"/>
              <a:pathLst>
                <a:path w="3871325" h="5547916">
                  <a:moveTo>
                    <a:pt x="822214" y="0"/>
                  </a:moveTo>
                  <a:cubicBezTo>
                    <a:pt x="1474130" y="-145"/>
                    <a:pt x="2286691" y="40314"/>
                    <a:pt x="2595334" y="226030"/>
                  </a:cubicBezTo>
                  <a:cubicBezTo>
                    <a:pt x="3144029" y="554620"/>
                    <a:pt x="3364137" y="1433477"/>
                    <a:pt x="3364137" y="1433477"/>
                  </a:cubicBezTo>
                  <a:cubicBezTo>
                    <a:pt x="3464757" y="1570259"/>
                    <a:pt x="3428598" y="1735339"/>
                    <a:pt x="3428598" y="1735339"/>
                  </a:cubicBezTo>
                  <a:cubicBezTo>
                    <a:pt x="3392436" y="1864259"/>
                    <a:pt x="3411303" y="2156687"/>
                    <a:pt x="3648705" y="2321769"/>
                  </a:cubicBezTo>
                  <a:cubicBezTo>
                    <a:pt x="3887679" y="2486848"/>
                    <a:pt x="3868813" y="2541876"/>
                    <a:pt x="3868813" y="2541876"/>
                  </a:cubicBezTo>
                  <a:cubicBezTo>
                    <a:pt x="3897112" y="2761984"/>
                    <a:pt x="3677005" y="2788710"/>
                    <a:pt x="3677005" y="2788710"/>
                  </a:cubicBezTo>
                  <a:cubicBezTo>
                    <a:pt x="3604684" y="2879898"/>
                    <a:pt x="3732031" y="3071706"/>
                    <a:pt x="3732031" y="3071706"/>
                  </a:cubicBezTo>
                  <a:cubicBezTo>
                    <a:pt x="3758759" y="3164466"/>
                    <a:pt x="3621977" y="3301248"/>
                    <a:pt x="3621977" y="3301248"/>
                  </a:cubicBezTo>
                  <a:cubicBezTo>
                    <a:pt x="3732031" y="3383000"/>
                    <a:pt x="3631410" y="3483621"/>
                    <a:pt x="3631410" y="3483621"/>
                  </a:cubicBezTo>
                  <a:cubicBezTo>
                    <a:pt x="3548085" y="3629836"/>
                    <a:pt x="3612544" y="3658136"/>
                    <a:pt x="3667572" y="3849944"/>
                  </a:cubicBezTo>
                  <a:cubicBezTo>
                    <a:pt x="3722598" y="4043323"/>
                    <a:pt x="3488341" y="4148661"/>
                    <a:pt x="3452180" y="4175387"/>
                  </a:cubicBezTo>
                  <a:cubicBezTo>
                    <a:pt x="3414447" y="4202116"/>
                    <a:pt x="3177046" y="4139228"/>
                    <a:pt x="2765131" y="4175387"/>
                  </a:cubicBezTo>
                  <a:cubicBezTo>
                    <a:pt x="2353215" y="4211549"/>
                    <a:pt x="2207000" y="4486684"/>
                    <a:pt x="2207000" y="4486684"/>
                  </a:cubicBezTo>
                  <a:lnTo>
                    <a:pt x="1876839" y="5547916"/>
                  </a:lnTo>
                  <a:lnTo>
                    <a:pt x="0" y="5545642"/>
                  </a:lnTo>
                  <a:lnTo>
                    <a:pt x="0" y="19819"/>
                  </a:lnTo>
                  <a:lnTo>
                    <a:pt x="47896" y="17590"/>
                  </a:lnTo>
                  <a:cubicBezTo>
                    <a:pt x="210460" y="10296"/>
                    <a:pt x="496256" y="73"/>
                    <a:pt x="822214" y="0"/>
                  </a:cubicBezTo>
                  <a:close/>
                </a:path>
              </a:pathLst>
            </a:custGeom>
            <a:gradFill rotWithShape="0">
              <a:gsLst>
                <a:gs pos="0">
                  <a:srgbClr val="152B77"/>
                </a:gs>
                <a:gs pos="100000">
                  <a:srgbClr val="0A153B"/>
                </a:gs>
              </a:gsLst>
              <a:lin ang="0"/>
            </a:gra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198" name="Freeform: Shape 7"/>
            <p:cNvSpPr/>
            <p:nvPr/>
          </p:nvSpPr>
          <p:spPr>
            <a:xfrm>
              <a:off x="905400" y="1654200"/>
              <a:ext cx="2057400" cy="2979720"/>
            </a:xfrm>
            <a:custGeom>
              <a:avLst/>
              <a:gdLst>
                <a:gd name="textAreaLeft" fmla="*/ 0 w 2057400"/>
                <a:gd name="textAreaRight" fmla="*/ 2058480 w 2057400"/>
                <a:gd name="textAreaTop" fmla="*/ 0 h 2979720"/>
                <a:gd name="textAreaBottom" fmla="*/ 2980800 h 2979720"/>
              </a:gdLst>
              <a:ahLst/>
              <a:cxnLst/>
              <a:rect l="textAreaLeft" t="textAreaTop" r="textAreaRight" b="textAreaBottom"/>
              <a:pathLst>
                <a:path w="1597342" h="2324099">
                  <a:moveTo>
                    <a:pt x="763905" y="2324100"/>
                  </a:moveTo>
                  <a:lnTo>
                    <a:pt x="679132" y="2226945"/>
                  </a:lnTo>
                  <a:lnTo>
                    <a:pt x="292417" y="2226945"/>
                  </a:lnTo>
                  <a:lnTo>
                    <a:pt x="292417" y="2220278"/>
                  </a:lnTo>
                  <a:lnTo>
                    <a:pt x="681990" y="2220278"/>
                  </a:lnTo>
                  <a:lnTo>
                    <a:pt x="768668" y="2320290"/>
                  </a:lnTo>
                  <a:lnTo>
                    <a:pt x="763905" y="2324100"/>
                  </a:lnTo>
                  <a:close/>
                  <a:moveTo>
                    <a:pt x="1240155" y="2264093"/>
                  </a:moveTo>
                  <a:lnTo>
                    <a:pt x="1235393" y="2259330"/>
                  </a:lnTo>
                  <a:lnTo>
                    <a:pt x="1328738" y="2151697"/>
                  </a:lnTo>
                  <a:lnTo>
                    <a:pt x="1476375" y="2142172"/>
                  </a:lnTo>
                  <a:lnTo>
                    <a:pt x="1476375" y="2148840"/>
                  </a:lnTo>
                  <a:lnTo>
                    <a:pt x="1331595" y="2158365"/>
                  </a:lnTo>
                  <a:lnTo>
                    <a:pt x="1240155" y="2264093"/>
                  </a:lnTo>
                  <a:close/>
                  <a:moveTo>
                    <a:pt x="1343025" y="2262188"/>
                  </a:moveTo>
                  <a:lnTo>
                    <a:pt x="1336357" y="2261235"/>
                  </a:lnTo>
                  <a:lnTo>
                    <a:pt x="1350645" y="2193608"/>
                  </a:lnTo>
                  <a:lnTo>
                    <a:pt x="1357313" y="2194560"/>
                  </a:lnTo>
                  <a:lnTo>
                    <a:pt x="1343025" y="2262188"/>
                  </a:lnTo>
                  <a:close/>
                  <a:moveTo>
                    <a:pt x="1178243" y="2262188"/>
                  </a:moveTo>
                  <a:lnTo>
                    <a:pt x="1171575" y="2262188"/>
                  </a:lnTo>
                  <a:cubicBezTo>
                    <a:pt x="1171575" y="2252663"/>
                    <a:pt x="1250632" y="2158365"/>
                    <a:pt x="1283970" y="2119313"/>
                  </a:cubicBezTo>
                  <a:lnTo>
                    <a:pt x="1284923" y="2118360"/>
                  </a:lnTo>
                  <a:lnTo>
                    <a:pt x="1485900" y="2084070"/>
                  </a:lnTo>
                  <a:lnTo>
                    <a:pt x="1486853" y="2090737"/>
                  </a:lnTo>
                  <a:lnTo>
                    <a:pt x="1288732" y="2125028"/>
                  </a:lnTo>
                  <a:cubicBezTo>
                    <a:pt x="1246823" y="2173605"/>
                    <a:pt x="1180148" y="2253615"/>
                    <a:pt x="1178243" y="2262188"/>
                  </a:cubicBezTo>
                  <a:close/>
                  <a:moveTo>
                    <a:pt x="1143000" y="2248853"/>
                  </a:moveTo>
                  <a:lnTo>
                    <a:pt x="1137285" y="2245043"/>
                  </a:lnTo>
                  <a:lnTo>
                    <a:pt x="1254443" y="2083118"/>
                  </a:lnTo>
                  <a:lnTo>
                    <a:pt x="1474470" y="2039303"/>
                  </a:lnTo>
                  <a:lnTo>
                    <a:pt x="1475423" y="2045970"/>
                  </a:lnTo>
                  <a:lnTo>
                    <a:pt x="1258253" y="2089785"/>
                  </a:lnTo>
                  <a:lnTo>
                    <a:pt x="1143000" y="2248853"/>
                  </a:lnTo>
                  <a:close/>
                  <a:moveTo>
                    <a:pt x="801053" y="2237422"/>
                  </a:moveTo>
                  <a:lnTo>
                    <a:pt x="670560" y="2119313"/>
                  </a:lnTo>
                  <a:lnTo>
                    <a:pt x="243840" y="2119313"/>
                  </a:lnTo>
                  <a:lnTo>
                    <a:pt x="243840" y="2112645"/>
                  </a:lnTo>
                  <a:lnTo>
                    <a:pt x="673418" y="2112645"/>
                  </a:lnTo>
                  <a:lnTo>
                    <a:pt x="805815" y="2231708"/>
                  </a:lnTo>
                  <a:lnTo>
                    <a:pt x="801053" y="2237422"/>
                  </a:lnTo>
                  <a:close/>
                  <a:moveTo>
                    <a:pt x="1005840" y="2197418"/>
                  </a:moveTo>
                  <a:lnTo>
                    <a:pt x="865822" y="2197418"/>
                  </a:lnTo>
                  <a:lnTo>
                    <a:pt x="1055370" y="1983105"/>
                  </a:lnTo>
                  <a:lnTo>
                    <a:pt x="1060132" y="1987868"/>
                  </a:lnTo>
                  <a:lnTo>
                    <a:pt x="880110" y="2191703"/>
                  </a:lnTo>
                  <a:lnTo>
                    <a:pt x="1002982" y="2191703"/>
                  </a:lnTo>
                  <a:lnTo>
                    <a:pt x="1173480" y="2011680"/>
                  </a:lnTo>
                  <a:lnTo>
                    <a:pt x="1174432" y="2011680"/>
                  </a:lnTo>
                  <a:lnTo>
                    <a:pt x="1456373" y="1982153"/>
                  </a:lnTo>
                  <a:lnTo>
                    <a:pt x="1457325" y="1988820"/>
                  </a:lnTo>
                  <a:lnTo>
                    <a:pt x="1176338" y="2018347"/>
                  </a:lnTo>
                  <a:lnTo>
                    <a:pt x="1005840" y="2197418"/>
                  </a:lnTo>
                  <a:close/>
                  <a:moveTo>
                    <a:pt x="740093" y="2063115"/>
                  </a:moveTo>
                  <a:lnTo>
                    <a:pt x="455295" y="2063115"/>
                  </a:lnTo>
                  <a:lnTo>
                    <a:pt x="289560" y="1904047"/>
                  </a:lnTo>
                  <a:lnTo>
                    <a:pt x="294322" y="1899285"/>
                  </a:lnTo>
                  <a:lnTo>
                    <a:pt x="458153" y="2056447"/>
                  </a:lnTo>
                  <a:lnTo>
                    <a:pt x="740093" y="2056447"/>
                  </a:lnTo>
                  <a:lnTo>
                    <a:pt x="740093" y="2063115"/>
                  </a:lnTo>
                  <a:close/>
                  <a:moveTo>
                    <a:pt x="784860" y="2048828"/>
                  </a:moveTo>
                  <a:lnTo>
                    <a:pt x="664845" y="1935480"/>
                  </a:lnTo>
                  <a:lnTo>
                    <a:pt x="664845" y="1810703"/>
                  </a:lnTo>
                  <a:lnTo>
                    <a:pt x="441960" y="1581150"/>
                  </a:lnTo>
                  <a:lnTo>
                    <a:pt x="446722" y="1576387"/>
                  </a:lnTo>
                  <a:lnTo>
                    <a:pt x="671513" y="1807845"/>
                  </a:lnTo>
                  <a:lnTo>
                    <a:pt x="671513" y="1932622"/>
                  </a:lnTo>
                  <a:lnTo>
                    <a:pt x="788670" y="2043112"/>
                  </a:lnTo>
                  <a:lnTo>
                    <a:pt x="784860" y="2048828"/>
                  </a:lnTo>
                  <a:close/>
                  <a:moveTo>
                    <a:pt x="643890" y="2015490"/>
                  </a:moveTo>
                  <a:lnTo>
                    <a:pt x="504825" y="1863090"/>
                  </a:lnTo>
                  <a:lnTo>
                    <a:pt x="504825" y="1724978"/>
                  </a:lnTo>
                  <a:lnTo>
                    <a:pt x="360997" y="1581150"/>
                  </a:lnTo>
                  <a:lnTo>
                    <a:pt x="365760" y="1576387"/>
                  </a:lnTo>
                  <a:lnTo>
                    <a:pt x="511493" y="1722120"/>
                  </a:lnTo>
                  <a:lnTo>
                    <a:pt x="511493" y="1860233"/>
                  </a:lnTo>
                  <a:lnTo>
                    <a:pt x="648653" y="2010728"/>
                  </a:lnTo>
                  <a:lnTo>
                    <a:pt x="643890" y="2015490"/>
                  </a:lnTo>
                  <a:close/>
                  <a:moveTo>
                    <a:pt x="816293" y="1997393"/>
                  </a:moveTo>
                  <a:lnTo>
                    <a:pt x="813435" y="1991678"/>
                  </a:lnTo>
                  <a:cubicBezTo>
                    <a:pt x="821055" y="1986915"/>
                    <a:pt x="909638" y="1887855"/>
                    <a:pt x="967740" y="1822133"/>
                  </a:cubicBezTo>
                  <a:lnTo>
                    <a:pt x="968693" y="1821180"/>
                  </a:lnTo>
                  <a:lnTo>
                    <a:pt x="970597" y="1821180"/>
                  </a:lnTo>
                  <a:lnTo>
                    <a:pt x="1364932" y="1811655"/>
                  </a:lnTo>
                  <a:lnTo>
                    <a:pt x="1438275" y="1850708"/>
                  </a:lnTo>
                  <a:lnTo>
                    <a:pt x="1435418" y="1856422"/>
                  </a:lnTo>
                  <a:lnTo>
                    <a:pt x="1363028" y="1818322"/>
                  </a:lnTo>
                  <a:lnTo>
                    <a:pt x="971550" y="1827847"/>
                  </a:lnTo>
                  <a:cubicBezTo>
                    <a:pt x="945832" y="1857375"/>
                    <a:pt x="825818" y="1992630"/>
                    <a:pt x="816293" y="1997393"/>
                  </a:cubicBezTo>
                  <a:close/>
                  <a:moveTo>
                    <a:pt x="1435418" y="1933575"/>
                  </a:moveTo>
                  <a:lnTo>
                    <a:pt x="1353503" y="1846897"/>
                  </a:lnTo>
                  <a:lnTo>
                    <a:pt x="1009650" y="1856422"/>
                  </a:lnTo>
                  <a:lnTo>
                    <a:pt x="1009650" y="1849755"/>
                  </a:lnTo>
                  <a:lnTo>
                    <a:pt x="1356360" y="1840230"/>
                  </a:lnTo>
                  <a:lnTo>
                    <a:pt x="1440180" y="1928812"/>
                  </a:lnTo>
                  <a:lnTo>
                    <a:pt x="1435418" y="1933575"/>
                  </a:lnTo>
                  <a:close/>
                  <a:moveTo>
                    <a:pt x="325755" y="1816418"/>
                  </a:moveTo>
                  <a:lnTo>
                    <a:pt x="253365" y="1757362"/>
                  </a:lnTo>
                  <a:lnTo>
                    <a:pt x="257175" y="1752600"/>
                  </a:lnTo>
                  <a:lnTo>
                    <a:pt x="329565" y="1811655"/>
                  </a:lnTo>
                  <a:lnTo>
                    <a:pt x="325755" y="1816418"/>
                  </a:lnTo>
                  <a:close/>
                  <a:moveTo>
                    <a:pt x="1475423" y="1798320"/>
                  </a:moveTo>
                  <a:lnTo>
                    <a:pt x="1363980" y="1754505"/>
                  </a:lnTo>
                  <a:lnTo>
                    <a:pt x="955357" y="1773555"/>
                  </a:lnTo>
                  <a:lnTo>
                    <a:pt x="551497" y="1540193"/>
                  </a:lnTo>
                  <a:lnTo>
                    <a:pt x="421958" y="1540193"/>
                  </a:lnTo>
                  <a:lnTo>
                    <a:pt x="459105" y="1576387"/>
                  </a:lnTo>
                  <a:lnTo>
                    <a:pt x="454342" y="1581150"/>
                  </a:lnTo>
                  <a:lnTo>
                    <a:pt x="411480" y="1540193"/>
                  </a:lnTo>
                  <a:lnTo>
                    <a:pt x="356235" y="1540193"/>
                  </a:lnTo>
                  <a:lnTo>
                    <a:pt x="359092" y="1543050"/>
                  </a:lnTo>
                  <a:lnTo>
                    <a:pt x="354330" y="1547812"/>
                  </a:lnTo>
                  <a:lnTo>
                    <a:pt x="346710" y="1540193"/>
                  </a:lnTo>
                  <a:lnTo>
                    <a:pt x="49530" y="1540193"/>
                  </a:lnTo>
                  <a:lnTo>
                    <a:pt x="49530" y="1533525"/>
                  </a:lnTo>
                  <a:lnTo>
                    <a:pt x="340042" y="1533525"/>
                  </a:lnTo>
                  <a:lnTo>
                    <a:pt x="111442" y="1298258"/>
                  </a:lnTo>
                  <a:lnTo>
                    <a:pt x="20955" y="1298258"/>
                  </a:lnTo>
                  <a:lnTo>
                    <a:pt x="20955" y="1291590"/>
                  </a:lnTo>
                  <a:lnTo>
                    <a:pt x="114300" y="1291590"/>
                  </a:lnTo>
                  <a:lnTo>
                    <a:pt x="349567" y="1532572"/>
                  </a:lnTo>
                  <a:lnTo>
                    <a:pt x="403860" y="1532572"/>
                  </a:lnTo>
                  <a:lnTo>
                    <a:pt x="113347" y="1253490"/>
                  </a:lnTo>
                  <a:cubicBezTo>
                    <a:pt x="63817" y="1250633"/>
                    <a:pt x="10478" y="1249680"/>
                    <a:pt x="4763" y="1252537"/>
                  </a:cubicBezTo>
                  <a:lnTo>
                    <a:pt x="0" y="1247775"/>
                  </a:lnTo>
                  <a:cubicBezTo>
                    <a:pt x="6667" y="1241108"/>
                    <a:pt x="81915" y="1244918"/>
                    <a:pt x="114300" y="1246823"/>
                  </a:cubicBezTo>
                  <a:lnTo>
                    <a:pt x="115253" y="1246823"/>
                  </a:lnTo>
                  <a:lnTo>
                    <a:pt x="116205" y="1247775"/>
                  </a:lnTo>
                  <a:lnTo>
                    <a:pt x="414338" y="1534478"/>
                  </a:lnTo>
                  <a:lnTo>
                    <a:pt x="552450" y="1534478"/>
                  </a:lnTo>
                  <a:lnTo>
                    <a:pt x="553403" y="1534478"/>
                  </a:lnTo>
                  <a:lnTo>
                    <a:pt x="956310" y="1767840"/>
                  </a:lnTo>
                  <a:lnTo>
                    <a:pt x="1364932" y="1748790"/>
                  </a:lnTo>
                  <a:lnTo>
                    <a:pt x="1477328" y="1792605"/>
                  </a:lnTo>
                  <a:lnTo>
                    <a:pt x="1475423" y="1798320"/>
                  </a:lnTo>
                  <a:close/>
                  <a:moveTo>
                    <a:pt x="325755" y="1757362"/>
                  </a:moveTo>
                  <a:lnTo>
                    <a:pt x="253365" y="1691640"/>
                  </a:lnTo>
                  <a:lnTo>
                    <a:pt x="258128" y="1686878"/>
                  </a:lnTo>
                  <a:lnTo>
                    <a:pt x="330517" y="1752600"/>
                  </a:lnTo>
                  <a:lnTo>
                    <a:pt x="325755" y="1757362"/>
                  </a:lnTo>
                  <a:close/>
                  <a:moveTo>
                    <a:pt x="1476375" y="1735455"/>
                  </a:moveTo>
                  <a:lnTo>
                    <a:pt x="969645" y="1735455"/>
                  </a:lnTo>
                  <a:lnTo>
                    <a:pt x="968693" y="1735455"/>
                  </a:lnTo>
                  <a:cubicBezTo>
                    <a:pt x="877253" y="1680210"/>
                    <a:pt x="739140" y="1597343"/>
                    <a:pt x="731520" y="1594485"/>
                  </a:cubicBezTo>
                  <a:lnTo>
                    <a:pt x="732472" y="1592580"/>
                  </a:lnTo>
                  <a:lnTo>
                    <a:pt x="732472" y="1588770"/>
                  </a:lnTo>
                  <a:cubicBezTo>
                    <a:pt x="737235" y="1588770"/>
                    <a:pt x="864870" y="1664970"/>
                    <a:pt x="971550" y="1729740"/>
                  </a:cubicBezTo>
                  <a:lnTo>
                    <a:pt x="1476375" y="1729740"/>
                  </a:lnTo>
                  <a:lnTo>
                    <a:pt x="1476375" y="1735455"/>
                  </a:lnTo>
                  <a:close/>
                  <a:moveTo>
                    <a:pt x="994410" y="1705928"/>
                  </a:moveTo>
                  <a:lnTo>
                    <a:pt x="706755" y="1535430"/>
                  </a:lnTo>
                  <a:lnTo>
                    <a:pt x="710565" y="1529715"/>
                  </a:lnTo>
                  <a:lnTo>
                    <a:pt x="996315" y="1699260"/>
                  </a:lnTo>
                  <a:lnTo>
                    <a:pt x="1476375" y="1684972"/>
                  </a:lnTo>
                  <a:lnTo>
                    <a:pt x="1476375" y="1691640"/>
                  </a:lnTo>
                  <a:lnTo>
                    <a:pt x="994410" y="1705928"/>
                  </a:lnTo>
                  <a:close/>
                  <a:moveTo>
                    <a:pt x="325755" y="1691640"/>
                  </a:moveTo>
                  <a:lnTo>
                    <a:pt x="253365" y="1612583"/>
                  </a:lnTo>
                  <a:lnTo>
                    <a:pt x="258128" y="1607820"/>
                  </a:lnTo>
                  <a:lnTo>
                    <a:pt x="330517" y="1686878"/>
                  </a:lnTo>
                  <a:lnTo>
                    <a:pt x="325755" y="1691640"/>
                  </a:lnTo>
                  <a:close/>
                  <a:moveTo>
                    <a:pt x="1008697" y="1643062"/>
                  </a:moveTo>
                  <a:lnTo>
                    <a:pt x="691515" y="1447800"/>
                  </a:lnTo>
                  <a:lnTo>
                    <a:pt x="695325" y="1442085"/>
                  </a:lnTo>
                  <a:lnTo>
                    <a:pt x="1010603" y="1636395"/>
                  </a:lnTo>
                  <a:cubicBezTo>
                    <a:pt x="1022032" y="1636395"/>
                    <a:pt x="1140143" y="1635443"/>
                    <a:pt x="1257300" y="1634490"/>
                  </a:cubicBezTo>
                  <a:cubicBezTo>
                    <a:pt x="1506855" y="1633537"/>
                    <a:pt x="1507807" y="1635443"/>
                    <a:pt x="1508760" y="1638300"/>
                  </a:cubicBezTo>
                  <a:lnTo>
                    <a:pt x="1509713" y="1640205"/>
                  </a:lnTo>
                  <a:lnTo>
                    <a:pt x="1507807" y="1642110"/>
                  </a:lnTo>
                  <a:lnTo>
                    <a:pt x="1505903" y="1640205"/>
                  </a:lnTo>
                  <a:lnTo>
                    <a:pt x="1505903" y="1640205"/>
                  </a:lnTo>
                  <a:lnTo>
                    <a:pt x="1505903" y="1640205"/>
                  </a:lnTo>
                  <a:lnTo>
                    <a:pt x="1504950" y="1643062"/>
                  </a:lnTo>
                  <a:cubicBezTo>
                    <a:pt x="1491615" y="1639253"/>
                    <a:pt x="1143000" y="1641158"/>
                    <a:pt x="1008697" y="1643062"/>
                  </a:cubicBezTo>
                  <a:lnTo>
                    <a:pt x="1008697" y="1643062"/>
                  </a:lnTo>
                  <a:close/>
                  <a:moveTo>
                    <a:pt x="1503045" y="1637347"/>
                  </a:moveTo>
                  <a:lnTo>
                    <a:pt x="1504950" y="1639253"/>
                  </a:lnTo>
                  <a:lnTo>
                    <a:pt x="1503045" y="1637347"/>
                  </a:lnTo>
                  <a:close/>
                  <a:moveTo>
                    <a:pt x="1018222" y="1579245"/>
                  </a:moveTo>
                  <a:lnTo>
                    <a:pt x="1018222" y="1579245"/>
                  </a:lnTo>
                  <a:lnTo>
                    <a:pt x="682943" y="1362075"/>
                  </a:lnTo>
                  <a:lnTo>
                    <a:pt x="963930" y="1169670"/>
                  </a:lnTo>
                  <a:lnTo>
                    <a:pt x="967740" y="1175385"/>
                  </a:lnTo>
                  <a:lnTo>
                    <a:pt x="694372" y="1362075"/>
                  </a:lnTo>
                  <a:lnTo>
                    <a:pt x="1020128" y="1572578"/>
                  </a:lnTo>
                  <a:lnTo>
                    <a:pt x="1534478" y="1567815"/>
                  </a:lnTo>
                  <a:lnTo>
                    <a:pt x="1534478" y="1574483"/>
                  </a:lnTo>
                  <a:lnTo>
                    <a:pt x="1018222" y="1579245"/>
                  </a:lnTo>
                  <a:close/>
                  <a:moveTo>
                    <a:pt x="1413510" y="1521143"/>
                  </a:moveTo>
                  <a:lnTo>
                    <a:pt x="1213485" y="1521143"/>
                  </a:lnTo>
                  <a:lnTo>
                    <a:pt x="1096328" y="1465898"/>
                  </a:lnTo>
                  <a:lnTo>
                    <a:pt x="1111568" y="1465898"/>
                  </a:lnTo>
                  <a:cubicBezTo>
                    <a:pt x="1254443" y="1469708"/>
                    <a:pt x="1471613" y="1472565"/>
                    <a:pt x="1483995" y="1466850"/>
                  </a:cubicBezTo>
                  <a:lnTo>
                    <a:pt x="1488757" y="1471612"/>
                  </a:lnTo>
                  <a:cubicBezTo>
                    <a:pt x="1479232" y="1481137"/>
                    <a:pt x="1226820" y="1475422"/>
                    <a:pt x="1127760" y="1472565"/>
                  </a:cubicBezTo>
                  <a:lnTo>
                    <a:pt x="1215390" y="1514475"/>
                  </a:lnTo>
                  <a:lnTo>
                    <a:pt x="1414463" y="1514475"/>
                  </a:lnTo>
                  <a:lnTo>
                    <a:pt x="1414463" y="1521143"/>
                  </a:lnTo>
                  <a:close/>
                  <a:moveTo>
                    <a:pt x="1056323" y="1520190"/>
                  </a:moveTo>
                  <a:lnTo>
                    <a:pt x="822960" y="1366837"/>
                  </a:lnTo>
                  <a:lnTo>
                    <a:pt x="1102043" y="1207770"/>
                  </a:lnTo>
                  <a:lnTo>
                    <a:pt x="1263968" y="1323975"/>
                  </a:lnTo>
                  <a:lnTo>
                    <a:pt x="1063943" y="1408748"/>
                  </a:lnTo>
                  <a:lnTo>
                    <a:pt x="1061085" y="1403033"/>
                  </a:lnTo>
                  <a:lnTo>
                    <a:pt x="1250632" y="1323023"/>
                  </a:lnTo>
                  <a:lnTo>
                    <a:pt x="1102043" y="1215390"/>
                  </a:lnTo>
                  <a:lnTo>
                    <a:pt x="835343" y="1367790"/>
                  </a:lnTo>
                  <a:lnTo>
                    <a:pt x="1059180" y="1515428"/>
                  </a:lnTo>
                  <a:lnTo>
                    <a:pt x="1056323" y="1520190"/>
                  </a:lnTo>
                  <a:close/>
                  <a:moveTo>
                    <a:pt x="388620" y="1443037"/>
                  </a:moveTo>
                  <a:lnTo>
                    <a:pt x="145733" y="1206818"/>
                  </a:lnTo>
                  <a:lnTo>
                    <a:pt x="1905" y="1206818"/>
                  </a:lnTo>
                  <a:lnTo>
                    <a:pt x="1905" y="1200150"/>
                  </a:lnTo>
                  <a:lnTo>
                    <a:pt x="147638" y="1200150"/>
                  </a:lnTo>
                  <a:lnTo>
                    <a:pt x="148590" y="1201103"/>
                  </a:lnTo>
                  <a:lnTo>
                    <a:pt x="392430" y="1438275"/>
                  </a:lnTo>
                  <a:lnTo>
                    <a:pt x="388620" y="1443037"/>
                  </a:lnTo>
                  <a:close/>
                  <a:moveTo>
                    <a:pt x="435292" y="1416368"/>
                  </a:moveTo>
                  <a:lnTo>
                    <a:pt x="146685" y="1127760"/>
                  </a:lnTo>
                  <a:cubicBezTo>
                    <a:pt x="101917" y="1124903"/>
                    <a:pt x="33338" y="1122998"/>
                    <a:pt x="24765" y="1127760"/>
                  </a:cubicBezTo>
                  <a:lnTo>
                    <a:pt x="21908" y="1122045"/>
                  </a:lnTo>
                  <a:cubicBezTo>
                    <a:pt x="35242" y="1115378"/>
                    <a:pt x="137160" y="1121093"/>
                    <a:pt x="148590" y="1122045"/>
                  </a:cubicBezTo>
                  <a:lnTo>
                    <a:pt x="149542" y="1122045"/>
                  </a:lnTo>
                  <a:lnTo>
                    <a:pt x="150495" y="1122998"/>
                  </a:lnTo>
                  <a:lnTo>
                    <a:pt x="440055" y="1412558"/>
                  </a:lnTo>
                  <a:lnTo>
                    <a:pt x="435292" y="1416368"/>
                  </a:lnTo>
                  <a:close/>
                  <a:moveTo>
                    <a:pt x="1483995" y="1392555"/>
                  </a:moveTo>
                  <a:lnTo>
                    <a:pt x="1416368" y="1392555"/>
                  </a:lnTo>
                  <a:lnTo>
                    <a:pt x="1415415" y="1391603"/>
                  </a:lnTo>
                  <a:lnTo>
                    <a:pt x="1158240" y="1134428"/>
                  </a:lnTo>
                  <a:lnTo>
                    <a:pt x="1163003" y="1129665"/>
                  </a:lnTo>
                  <a:lnTo>
                    <a:pt x="1419225" y="1385887"/>
                  </a:lnTo>
                  <a:lnTo>
                    <a:pt x="1483995" y="1385887"/>
                  </a:lnTo>
                  <a:lnTo>
                    <a:pt x="1483995" y="1392555"/>
                  </a:lnTo>
                  <a:close/>
                  <a:moveTo>
                    <a:pt x="1533525" y="1345883"/>
                  </a:moveTo>
                  <a:cubicBezTo>
                    <a:pt x="1499235" y="1345883"/>
                    <a:pt x="1455420" y="1343025"/>
                    <a:pt x="1447800" y="1343025"/>
                  </a:cubicBezTo>
                  <a:lnTo>
                    <a:pt x="1446848" y="1343025"/>
                  </a:lnTo>
                  <a:lnTo>
                    <a:pt x="1445895" y="1342073"/>
                  </a:lnTo>
                  <a:lnTo>
                    <a:pt x="1156335" y="1052512"/>
                  </a:lnTo>
                  <a:lnTo>
                    <a:pt x="1161098" y="1047750"/>
                  </a:lnTo>
                  <a:lnTo>
                    <a:pt x="1449705" y="1336358"/>
                  </a:lnTo>
                  <a:cubicBezTo>
                    <a:pt x="1494473" y="1339215"/>
                    <a:pt x="1563053" y="1341120"/>
                    <a:pt x="1571625" y="1336358"/>
                  </a:cubicBezTo>
                  <a:lnTo>
                    <a:pt x="1574482" y="1342073"/>
                  </a:lnTo>
                  <a:cubicBezTo>
                    <a:pt x="1569720" y="1344930"/>
                    <a:pt x="1553528" y="1345883"/>
                    <a:pt x="1533525" y="1345883"/>
                  </a:cubicBezTo>
                  <a:close/>
                  <a:moveTo>
                    <a:pt x="431483" y="1334453"/>
                  </a:moveTo>
                  <a:lnTo>
                    <a:pt x="175260" y="1078230"/>
                  </a:lnTo>
                  <a:lnTo>
                    <a:pt x="110490" y="1078230"/>
                  </a:lnTo>
                  <a:lnTo>
                    <a:pt x="110490" y="1072515"/>
                  </a:lnTo>
                  <a:lnTo>
                    <a:pt x="178117" y="1072515"/>
                  </a:lnTo>
                  <a:lnTo>
                    <a:pt x="179070" y="1073468"/>
                  </a:lnTo>
                  <a:lnTo>
                    <a:pt x="436245" y="1330643"/>
                  </a:lnTo>
                  <a:lnTo>
                    <a:pt x="431483" y="1334453"/>
                  </a:lnTo>
                  <a:close/>
                  <a:moveTo>
                    <a:pt x="631507" y="1294448"/>
                  </a:moveTo>
                  <a:lnTo>
                    <a:pt x="627697" y="1288733"/>
                  </a:lnTo>
                  <a:lnTo>
                    <a:pt x="901065" y="1102043"/>
                  </a:lnTo>
                  <a:lnTo>
                    <a:pt x="575310" y="891540"/>
                  </a:lnTo>
                  <a:lnTo>
                    <a:pt x="60960" y="896303"/>
                  </a:lnTo>
                  <a:lnTo>
                    <a:pt x="60960" y="889635"/>
                  </a:lnTo>
                  <a:lnTo>
                    <a:pt x="577215" y="884873"/>
                  </a:lnTo>
                  <a:lnTo>
                    <a:pt x="578168" y="885825"/>
                  </a:lnTo>
                  <a:lnTo>
                    <a:pt x="913447" y="1102043"/>
                  </a:lnTo>
                  <a:lnTo>
                    <a:pt x="631507" y="1294448"/>
                  </a:lnTo>
                  <a:close/>
                  <a:moveTo>
                    <a:pt x="1592580" y="1263968"/>
                  </a:moveTo>
                  <a:lnTo>
                    <a:pt x="1446848" y="1263968"/>
                  </a:lnTo>
                  <a:lnTo>
                    <a:pt x="1445895" y="1263015"/>
                  </a:lnTo>
                  <a:lnTo>
                    <a:pt x="1202055" y="1025843"/>
                  </a:lnTo>
                  <a:lnTo>
                    <a:pt x="1206818" y="1021080"/>
                  </a:lnTo>
                  <a:lnTo>
                    <a:pt x="1449705" y="1257300"/>
                  </a:lnTo>
                  <a:lnTo>
                    <a:pt x="1593532" y="1257300"/>
                  </a:lnTo>
                  <a:lnTo>
                    <a:pt x="1593532" y="1263968"/>
                  </a:lnTo>
                  <a:close/>
                  <a:moveTo>
                    <a:pt x="493395" y="1256348"/>
                  </a:moveTo>
                  <a:lnTo>
                    <a:pt x="331470" y="1140143"/>
                  </a:lnTo>
                  <a:lnTo>
                    <a:pt x="531495" y="1055370"/>
                  </a:lnTo>
                  <a:lnTo>
                    <a:pt x="534353" y="1061085"/>
                  </a:lnTo>
                  <a:lnTo>
                    <a:pt x="344805" y="1141095"/>
                  </a:lnTo>
                  <a:lnTo>
                    <a:pt x="494347" y="1248728"/>
                  </a:lnTo>
                  <a:lnTo>
                    <a:pt x="760095" y="1097280"/>
                  </a:lnTo>
                  <a:lnTo>
                    <a:pt x="536257" y="949643"/>
                  </a:lnTo>
                  <a:lnTo>
                    <a:pt x="540068" y="943928"/>
                  </a:lnTo>
                  <a:lnTo>
                    <a:pt x="773430" y="1097280"/>
                  </a:lnTo>
                  <a:lnTo>
                    <a:pt x="493395" y="1256348"/>
                  </a:lnTo>
                  <a:close/>
                  <a:moveTo>
                    <a:pt x="1558290" y="1221105"/>
                  </a:moveTo>
                  <a:cubicBezTo>
                    <a:pt x="1532573" y="1221105"/>
                    <a:pt x="1499235" y="1219200"/>
                    <a:pt x="1481138" y="1218248"/>
                  </a:cubicBezTo>
                  <a:lnTo>
                    <a:pt x="1480185" y="1218248"/>
                  </a:lnTo>
                  <a:lnTo>
                    <a:pt x="1479232" y="1217295"/>
                  </a:lnTo>
                  <a:lnTo>
                    <a:pt x="1137285" y="887730"/>
                  </a:lnTo>
                  <a:lnTo>
                    <a:pt x="1142048" y="882968"/>
                  </a:lnTo>
                  <a:lnTo>
                    <a:pt x="1483995" y="1211580"/>
                  </a:lnTo>
                  <a:cubicBezTo>
                    <a:pt x="1533525" y="1214437"/>
                    <a:pt x="1586865" y="1215390"/>
                    <a:pt x="1592580" y="1212533"/>
                  </a:cubicBezTo>
                  <a:lnTo>
                    <a:pt x="1597343" y="1217295"/>
                  </a:lnTo>
                  <a:cubicBezTo>
                    <a:pt x="1592580" y="1220153"/>
                    <a:pt x="1577340" y="1221105"/>
                    <a:pt x="1558290" y="1221105"/>
                  </a:cubicBezTo>
                  <a:close/>
                  <a:moveTo>
                    <a:pt x="1548765" y="1171575"/>
                  </a:moveTo>
                  <a:lnTo>
                    <a:pt x="1480185" y="1171575"/>
                  </a:lnTo>
                  <a:lnTo>
                    <a:pt x="1235393" y="920115"/>
                  </a:lnTo>
                  <a:lnTo>
                    <a:pt x="1240155" y="915353"/>
                  </a:lnTo>
                  <a:lnTo>
                    <a:pt x="1483043" y="1164908"/>
                  </a:lnTo>
                  <a:lnTo>
                    <a:pt x="1548765" y="1164908"/>
                  </a:lnTo>
                  <a:lnTo>
                    <a:pt x="1548765" y="1171575"/>
                  </a:lnTo>
                  <a:close/>
                  <a:moveTo>
                    <a:pt x="901065" y="1022032"/>
                  </a:moveTo>
                  <a:lnTo>
                    <a:pt x="585788" y="827723"/>
                  </a:lnTo>
                  <a:cubicBezTo>
                    <a:pt x="574357" y="827723"/>
                    <a:pt x="456247" y="828675"/>
                    <a:pt x="339090" y="829628"/>
                  </a:cubicBezTo>
                  <a:cubicBezTo>
                    <a:pt x="89535" y="830580"/>
                    <a:pt x="88583" y="828675"/>
                    <a:pt x="87630" y="825818"/>
                  </a:cubicBezTo>
                  <a:lnTo>
                    <a:pt x="86678" y="823912"/>
                  </a:lnTo>
                  <a:lnTo>
                    <a:pt x="88583" y="822007"/>
                  </a:lnTo>
                  <a:lnTo>
                    <a:pt x="90488" y="823912"/>
                  </a:lnTo>
                  <a:lnTo>
                    <a:pt x="90488" y="823912"/>
                  </a:lnTo>
                  <a:lnTo>
                    <a:pt x="91440" y="821055"/>
                  </a:lnTo>
                  <a:cubicBezTo>
                    <a:pt x="104775" y="824865"/>
                    <a:pt x="453390" y="822007"/>
                    <a:pt x="585788" y="821055"/>
                  </a:cubicBezTo>
                  <a:lnTo>
                    <a:pt x="586740" y="821055"/>
                  </a:lnTo>
                  <a:lnTo>
                    <a:pt x="903922" y="1016318"/>
                  </a:lnTo>
                  <a:lnTo>
                    <a:pt x="901065" y="1022032"/>
                  </a:lnTo>
                  <a:close/>
                  <a:moveTo>
                    <a:pt x="500063" y="999173"/>
                  </a:moveTo>
                  <a:lnTo>
                    <a:pt x="484822" y="999173"/>
                  </a:lnTo>
                  <a:cubicBezTo>
                    <a:pt x="341947" y="995362"/>
                    <a:pt x="124778" y="991553"/>
                    <a:pt x="112395" y="998220"/>
                  </a:cubicBezTo>
                  <a:lnTo>
                    <a:pt x="107633" y="993457"/>
                  </a:lnTo>
                  <a:cubicBezTo>
                    <a:pt x="117158" y="983932"/>
                    <a:pt x="369570" y="989648"/>
                    <a:pt x="468630" y="992505"/>
                  </a:cubicBezTo>
                  <a:lnTo>
                    <a:pt x="381000" y="950595"/>
                  </a:lnTo>
                  <a:lnTo>
                    <a:pt x="181928" y="950595"/>
                  </a:lnTo>
                  <a:lnTo>
                    <a:pt x="181928" y="943928"/>
                  </a:lnTo>
                  <a:lnTo>
                    <a:pt x="381953" y="943928"/>
                  </a:lnTo>
                  <a:lnTo>
                    <a:pt x="500063" y="999173"/>
                  </a:lnTo>
                  <a:close/>
                  <a:moveTo>
                    <a:pt x="1360170" y="980123"/>
                  </a:moveTo>
                  <a:lnTo>
                    <a:pt x="1135380" y="748665"/>
                  </a:lnTo>
                  <a:lnTo>
                    <a:pt x="1135380" y="623887"/>
                  </a:lnTo>
                  <a:lnTo>
                    <a:pt x="1018222" y="513398"/>
                  </a:lnTo>
                  <a:lnTo>
                    <a:pt x="1022985" y="508635"/>
                  </a:lnTo>
                  <a:lnTo>
                    <a:pt x="1143000" y="621982"/>
                  </a:lnTo>
                  <a:lnTo>
                    <a:pt x="1143000" y="746760"/>
                  </a:lnTo>
                  <a:lnTo>
                    <a:pt x="1365885" y="976312"/>
                  </a:lnTo>
                  <a:lnTo>
                    <a:pt x="1360170" y="980123"/>
                  </a:lnTo>
                  <a:close/>
                  <a:moveTo>
                    <a:pt x="885825" y="934403"/>
                  </a:moveTo>
                  <a:lnTo>
                    <a:pt x="600075" y="764857"/>
                  </a:lnTo>
                  <a:lnTo>
                    <a:pt x="120015" y="779145"/>
                  </a:lnTo>
                  <a:lnTo>
                    <a:pt x="120015" y="772478"/>
                  </a:lnTo>
                  <a:lnTo>
                    <a:pt x="601980" y="758190"/>
                  </a:lnTo>
                  <a:lnTo>
                    <a:pt x="889635" y="928687"/>
                  </a:lnTo>
                  <a:lnTo>
                    <a:pt x="885825" y="934403"/>
                  </a:lnTo>
                  <a:close/>
                  <a:moveTo>
                    <a:pt x="1301115" y="887730"/>
                  </a:moveTo>
                  <a:lnTo>
                    <a:pt x="1155382" y="741998"/>
                  </a:lnTo>
                  <a:lnTo>
                    <a:pt x="1155382" y="603885"/>
                  </a:lnTo>
                  <a:lnTo>
                    <a:pt x="1017270" y="453390"/>
                  </a:lnTo>
                  <a:lnTo>
                    <a:pt x="1022032" y="448628"/>
                  </a:lnTo>
                  <a:lnTo>
                    <a:pt x="1161098" y="601028"/>
                  </a:lnTo>
                  <a:lnTo>
                    <a:pt x="1161098" y="739140"/>
                  </a:lnTo>
                  <a:lnTo>
                    <a:pt x="1304925" y="882968"/>
                  </a:lnTo>
                  <a:lnTo>
                    <a:pt x="1301115" y="887730"/>
                  </a:lnTo>
                  <a:close/>
                  <a:moveTo>
                    <a:pt x="863918" y="877253"/>
                  </a:moveTo>
                  <a:cubicBezTo>
                    <a:pt x="859155" y="877253"/>
                    <a:pt x="731520" y="801053"/>
                    <a:pt x="624840" y="736282"/>
                  </a:cubicBezTo>
                  <a:lnTo>
                    <a:pt x="120015" y="736282"/>
                  </a:lnTo>
                  <a:lnTo>
                    <a:pt x="120015" y="729615"/>
                  </a:lnTo>
                  <a:lnTo>
                    <a:pt x="626745" y="729615"/>
                  </a:lnTo>
                  <a:lnTo>
                    <a:pt x="627697" y="729615"/>
                  </a:lnTo>
                  <a:cubicBezTo>
                    <a:pt x="719138" y="784860"/>
                    <a:pt x="857250" y="867728"/>
                    <a:pt x="864870" y="870585"/>
                  </a:cubicBezTo>
                  <a:lnTo>
                    <a:pt x="863918" y="872490"/>
                  </a:lnTo>
                  <a:lnTo>
                    <a:pt x="863918" y="877253"/>
                  </a:lnTo>
                  <a:close/>
                  <a:moveTo>
                    <a:pt x="1337310" y="856298"/>
                  </a:moveTo>
                  <a:lnTo>
                    <a:pt x="1264920" y="777240"/>
                  </a:lnTo>
                  <a:lnTo>
                    <a:pt x="1269682" y="772478"/>
                  </a:lnTo>
                  <a:lnTo>
                    <a:pt x="1342073" y="851535"/>
                  </a:lnTo>
                  <a:lnTo>
                    <a:pt x="1337310" y="856298"/>
                  </a:lnTo>
                  <a:close/>
                  <a:moveTo>
                    <a:pt x="1338263" y="778193"/>
                  </a:moveTo>
                  <a:lnTo>
                    <a:pt x="1265873" y="712470"/>
                  </a:lnTo>
                  <a:lnTo>
                    <a:pt x="1270635" y="707707"/>
                  </a:lnTo>
                  <a:lnTo>
                    <a:pt x="1343025" y="773430"/>
                  </a:lnTo>
                  <a:lnTo>
                    <a:pt x="1338263" y="778193"/>
                  </a:lnTo>
                  <a:close/>
                  <a:moveTo>
                    <a:pt x="1338263" y="712470"/>
                  </a:moveTo>
                  <a:lnTo>
                    <a:pt x="1265873" y="653415"/>
                  </a:lnTo>
                  <a:lnTo>
                    <a:pt x="1269682" y="648653"/>
                  </a:lnTo>
                  <a:lnTo>
                    <a:pt x="1342073" y="707707"/>
                  </a:lnTo>
                  <a:lnTo>
                    <a:pt x="1338263" y="712470"/>
                  </a:lnTo>
                  <a:close/>
                  <a:moveTo>
                    <a:pt x="230505" y="653415"/>
                  </a:moveTo>
                  <a:lnTo>
                    <a:pt x="157163" y="614362"/>
                  </a:lnTo>
                  <a:lnTo>
                    <a:pt x="160020" y="608648"/>
                  </a:lnTo>
                  <a:lnTo>
                    <a:pt x="232410" y="646748"/>
                  </a:lnTo>
                  <a:lnTo>
                    <a:pt x="623888" y="637223"/>
                  </a:lnTo>
                  <a:cubicBezTo>
                    <a:pt x="650557" y="606743"/>
                    <a:pt x="769620" y="472440"/>
                    <a:pt x="779145" y="467678"/>
                  </a:cubicBezTo>
                  <a:lnTo>
                    <a:pt x="782003" y="473393"/>
                  </a:lnTo>
                  <a:cubicBezTo>
                    <a:pt x="774382" y="478155"/>
                    <a:pt x="685800" y="577215"/>
                    <a:pt x="627697" y="642937"/>
                  </a:cubicBezTo>
                  <a:lnTo>
                    <a:pt x="626745" y="643890"/>
                  </a:lnTo>
                  <a:lnTo>
                    <a:pt x="624840" y="643890"/>
                  </a:lnTo>
                  <a:lnTo>
                    <a:pt x="230505" y="653415"/>
                  </a:lnTo>
                  <a:close/>
                  <a:moveTo>
                    <a:pt x="240030" y="623887"/>
                  </a:moveTo>
                  <a:lnTo>
                    <a:pt x="156210" y="535305"/>
                  </a:lnTo>
                  <a:lnTo>
                    <a:pt x="160972" y="530543"/>
                  </a:lnTo>
                  <a:lnTo>
                    <a:pt x="242888" y="617220"/>
                  </a:lnTo>
                  <a:lnTo>
                    <a:pt x="586740" y="607695"/>
                  </a:lnTo>
                  <a:lnTo>
                    <a:pt x="586740" y="614362"/>
                  </a:lnTo>
                  <a:lnTo>
                    <a:pt x="240030" y="623887"/>
                  </a:lnTo>
                  <a:close/>
                  <a:moveTo>
                    <a:pt x="1301115" y="564832"/>
                  </a:moveTo>
                  <a:lnTo>
                    <a:pt x="1137285" y="407670"/>
                  </a:lnTo>
                  <a:lnTo>
                    <a:pt x="855345" y="407670"/>
                  </a:lnTo>
                  <a:lnTo>
                    <a:pt x="855345" y="401003"/>
                  </a:lnTo>
                  <a:lnTo>
                    <a:pt x="1140143" y="401003"/>
                  </a:lnTo>
                  <a:lnTo>
                    <a:pt x="1305878" y="560070"/>
                  </a:lnTo>
                  <a:lnTo>
                    <a:pt x="1301115" y="564832"/>
                  </a:lnTo>
                  <a:close/>
                  <a:moveTo>
                    <a:pt x="139065" y="482918"/>
                  </a:moveTo>
                  <a:lnTo>
                    <a:pt x="138113" y="476250"/>
                  </a:lnTo>
                  <a:lnTo>
                    <a:pt x="419100" y="446723"/>
                  </a:lnTo>
                  <a:lnTo>
                    <a:pt x="575310" y="280987"/>
                  </a:lnTo>
                  <a:lnTo>
                    <a:pt x="510540" y="221932"/>
                  </a:lnTo>
                  <a:lnTo>
                    <a:pt x="515303" y="217170"/>
                  </a:lnTo>
                  <a:lnTo>
                    <a:pt x="580072" y="276225"/>
                  </a:lnTo>
                  <a:lnTo>
                    <a:pt x="589597" y="266700"/>
                  </a:lnTo>
                  <a:lnTo>
                    <a:pt x="673418" y="266700"/>
                  </a:lnTo>
                  <a:lnTo>
                    <a:pt x="537210" y="130492"/>
                  </a:lnTo>
                  <a:lnTo>
                    <a:pt x="268605" y="130492"/>
                  </a:lnTo>
                  <a:lnTo>
                    <a:pt x="268605" y="123825"/>
                  </a:lnTo>
                  <a:lnTo>
                    <a:pt x="540068" y="123825"/>
                  </a:lnTo>
                  <a:lnTo>
                    <a:pt x="541020" y="124777"/>
                  </a:lnTo>
                  <a:lnTo>
                    <a:pt x="681990" y="265748"/>
                  </a:lnTo>
                  <a:lnTo>
                    <a:pt x="728663" y="265748"/>
                  </a:lnTo>
                  <a:lnTo>
                    <a:pt x="714375" y="280987"/>
                  </a:lnTo>
                  <a:lnTo>
                    <a:pt x="1189673" y="280987"/>
                  </a:lnTo>
                  <a:lnTo>
                    <a:pt x="1189673" y="287655"/>
                  </a:lnTo>
                  <a:lnTo>
                    <a:pt x="708660" y="287655"/>
                  </a:lnTo>
                  <a:lnTo>
                    <a:pt x="656272" y="346710"/>
                  </a:lnTo>
                  <a:lnTo>
                    <a:pt x="663893" y="353378"/>
                  </a:lnTo>
                  <a:lnTo>
                    <a:pt x="1203007" y="353378"/>
                  </a:lnTo>
                  <a:lnTo>
                    <a:pt x="1203007" y="360045"/>
                  </a:lnTo>
                  <a:lnTo>
                    <a:pt x="661988" y="360045"/>
                  </a:lnTo>
                  <a:lnTo>
                    <a:pt x="652463" y="351473"/>
                  </a:lnTo>
                  <a:lnTo>
                    <a:pt x="540068" y="481965"/>
                  </a:lnTo>
                  <a:lnTo>
                    <a:pt x="535305" y="477203"/>
                  </a:lnTo>
                  <a:lnTo>
                    <a:pt x="648653" y="348615"/>
                  </a:lnTo>
                  <a:lnTo>
                    <a:pt x="580072" y="286703"/>
                  </a:lnTo>
                  <a:lnTo>
                    <a:pt x="422910" y="453390"/>
                  </a:lnTo>
                  <a:lnTo>
                    <a:pt x="139065" y="482918"/>
                  </a:lnTo>
                  <a:close/>
                  <a:moveTo>
                    <a:pt x="584835" y="281940"/>
                  </a:moveTo>
                  <a:lnTo>
                    <a:pt x="653415" y="343853"/>
                  </a:lnTo>
                  <a:lnTo>
                    <a:pt x="701040" y="289560"/>
                  </a:lnTo>
                  <a:lnTo>
                    <a:pt x="696278" y="289560"/>
                  </a:lnTo>
                  <a:lnTo>
                    <a:pt x="681038" y="274320"/>
                  </a:lnTo>
                  <a:lnTo>
                    <a:pt x="593407" y="274320"/>
                  </a:lnTo>
                  <a:lnTo>
                    <a:pt x="584835" y="281940"/>
                  </a:lnTo>
                  <a:close/>
                  <a:moveTo>
                    <a:pt x="699135" y="282893"/>
                  </a:moveTo>
                  <a:lnTo>
                    <a:pt x="707707" y="282893"/>
                  </a:lnTo>
                  <a:lnTo>
                    <a:pt x="715328" y="273368"/>
                  </a:lnTo>
                  <a:lnTo>
                    <a:pt x="689610" y="273368"/>
                  </a:lnTo>
                  <a:lnTo>
                    <a:pt x="699135" y="282893"/>
                  </a:lnTo>
                  <a:close/>
                  <a:moveTo>
                    <a:pt x="120015" y="424815"/>
                  </a:moveTo>
                  <a:lnTo>
                    <a:pt x="119063" y="418148"/>
                  </a:lnTo>
                  <a:lnTo>
                    <a:pt x="336233" y="374332"/>
                  </a:lnTo>
                  <a:lnTo>
                    <a:pt x="452438" y="215265"/>
                  </a:lnTo>
                  <a:lnTo>
                    <a:pt x="458153" y="219075"/>
                  </a:lnTo>
                  <a:lnTo>
                    <a:pt x="340995" y="381000"/>
                  </a:lnTo>
                  <a:lnTo>
                    <a:pt x="340042" y="381000"/>
                  </a:lnTo>
                  <a:lnTo>
                    <a:pt x="120015" y="424815"/>
                  </a:lnTo>
                  <a:close/>
                  <a:moveTo>
                    <a:pt x="110490" y="381000"/>
                  </a:moveTo>
                  <a:lnTo>
                    <a:pt x="109538" y="374332"/>
                  </a:lnTo>
                  <a:lnTo>
                    <a:pt x="307658" y="340043"/>
                  </a:lnTo>
                  <a:cubicBezTo>
                    <a:pt x="349567" y="290512"/>
                    <a:pt x="416242" y="210502"/>
                    <a:pt x="418147" y="201930"/>
                  </a:cubicBezTo>
                  <a:lnTo>
                    <a:pt x="424815" y="201930"/>
                  </a:lnTo>
                  <a:cubicBezTo>
                    <a:pt x="424815" y="211455"/>
                    <a:pt x="345758" y="305753"/>
                    <a:pt x="312420" y="344805"/>
                  </a:cubicBezTo>
                  <a:lnTo>
                    <a:pt x="311467" y="345757"/>
                  </a:lnTo>
                  <a:lnTo>
                    <a:pt x="110490" y="381000"/>
                  </a:lnTo>
                  <a:close/>
                  <a:moveTo>
                    <a:pt x="120015" y="321945"/>
                  </a:moveTo>
                  <a:lnTo>
                    <a:pt x="120015" y="315278"/>
                  </a:lnTo>
                  <a:lnTo>
                    <a:pt x="264795" y="305753"/>
                  </a:lnTo>
                  <a:lnTo>
                    <a:pt x="356235" y="200025"/>
                  </a:lnTo>
                  <a:lnTo>
                    <a:pt x="360997" y="204788"/>
                  </a:lnTo>
                  <a:lnTo>
                    <a:pt x="267653" y="312420"/>
                  </a:lnTo>
                  <a:lnTo>
                    <a:pt x="120015" y="321945"/>
                  </a:lnTo>
                  <a:close/>
                  <a:moveTo>
                    <a:pt x="243840" y="271462"/>
                  </a:moveTo>
                  <a:lnTo>
                    <a:pt x="237172" y="270510"/>
                  </a:lnTo>
                  <a:lnTo>
                    <a:pt x="251460" y="202882"/>
                  </a:lnTo>
                  <a:lnTo>
                    <a:pt x="258128" y="203835"/>
                  </a:lnTo>
                  <a:lnTo>
                    <a:pt x="243840" y="271462"/>
                  </a:lnTo>
                  <a:close/>
                  <a:moveTo>
                    <a:pt x="1158240" y="249555"/>
                  </a:moveTo>
                  <a:lnTo>
                    <a:pt x="728663" y="249555"/>
                  </a:lnTo>
                  <a:lnTo>
                    <a:pt x="596265" y="130492"/>
                  </a:lnTo>
                  <a:lnTo>
                    <a:pt x="601028" y="125730"/>
                  </a:lnTo>
                  <a:lnTo>
                    <a:pt x="731520" y="243840"/>
                  </a:lnTo>
                  <a:lnTo>
                    <a:pt x="1158240" y="243840"/>
                  </a:lnTo>
                  <a:lnTo>
                    <a:pt x="1158240" y="249555"/>
                  </a:lnTo>
                  <a:close/>
                  <a:moveTo>
                    <a:pt x="1138238" y="210502"/>
                  </a:moveTo>
                  <a:lnTo>
                    <a:pt x="748665" y="210502"/>
                  </a:lnTo>
                  <a:lnTo>
                    <a:pt x="661988" y="110490"/>
                  </a:lnTo>
                  <a:lnTo>
                    <a:pt x="666750" y="105727"/>
                  </a:lnTo>
                  <a:lnTo>
                    <a:pt x="751522" y="202882"/>
                  </a:lnTo>
                  <a:lnTo>
                    <a:pt x="1138238" y="202882"/>
                  </a:lnTo>
                  <a:lnTo>
                    <a:pt x="1138238" y="210502"/>
                  </a:lnTo>
                  <a:close/>
                  <a:moveTo>
                    <a:pt x="1119188" y="131445"/>
                  </a:moveTo>
                  <a:lnTo>
                    <a:pt x="814388" y="131445"/>
                  </a:lnTo>
                  <a:lnTo>
                    <a:pt x="813435" y="130492"/>
                  </a:lnTo>
                  <a:lnTo>
                    <a:pt x="696278" y="0"/>
                  </a:lnTo>
                  <a:lnTo>
                    <a:pt x="941070" y="0"/>
                  </a:lnTo>
                  <a:lnTo>
                    <a:pt x="941070" y="6667"/>
                  </a:lnTo>
                  <a:lnTo>
                    <a:pt x="711518" y="6667"/>
                  </a:lnTo>
                  <a:lnTo>
                    <a:pt x="817245" y="124777"/>
                  </a:lnTo>
                  <a:lnTo>
                    <a:pt x="1118235" y="124777"/>
                  </a:lnTo>
                  <a:lnTo>
                    <a:pt x="1118235" y="131445"/>
                  </a:lnTo>
                  <a:close/>
                </a:path>
              </a:pathLst>
            </a:custGeom>
            <a:solidFill>
              <a:schemeClr val="bg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nvGrpSpPr>
            <p:cNvPr id="199" name="Graphic 3"/>
            <p:cNvGrpSpPr/>
            <p:nvPr/>
          </p:nvGrpSpPr>
          <p:grpSpPr>
            <a:xfrm>
              <a:off x="38880" y="1650600"/>
              <a:ext cx="2234160" cy="2107440"/>
              <a:chOff x="38880" y="1650600"/>
              <a:chExt cx="2234160" cy="2107440"/>
            </a:xfrm>
          </p:grpSpPr>
          <p:sp>
            <p:nvSpPr>
              <p:cNvPr id="200" name="Freeform: Shape 88"/>
              <p:cNvSpPr/>
              <p:nvPr/>
            </p:nvSpPr>
            <p:spPr>
              <a:xfrm>
                <a:off x="1167120" y="2717280"/>
                <a:ext cx="375840" cy="431280"/>
              </a:xfrm>
              <a:custGeom>
                <a:avLst/>
                <a:gdLst>
                  <a:gd name="textAreaLeft" fmla="*/ 0 w 375840"/>
                  <a:gd name="textAreaRight" fmla="*/ 376920 w 375840"/>
                  <a:gd name="textAreaTop" fmla="*/ 0 h 431280"/>
                  <a:gd name="textAreaBottom" fmla="*/ 432360 h 431280"/>
                </a:gdLst>
                <a:ahLst/>
                <a:cxnLst/>
                <a:rect l="textAreaLeft" t="textAreaTop" r="textAreaRight" b="textAreaBottom"/>
                <a:pathLst>
                  <a:path w="292417" h="337185">
                    <a:moveTo>
                      <a:pt x="1905" y="337185"/>
                    </a:moveTo>
                    <a:lnTo>
                      <a:pt x="0" y="333375"/>
                    </a:lnTo>
                    <a:lnTo>
                      <a:pt x="36195" y="308610"/>
                    </a:lnTo>
                    <a:lnTo>
                      <a:pt x="113347" y="308610"/>
                    </a:lnTo>
                    <a:lnTo>
                      <a:pt x="155258" y="255270"/>
                    </a:lnTo>
                    <a:lnTo>
                      <a:pt x="226695" y="255270"/>
                    </a:lnTo>
                    <a:lnTo>
                      <a:pt x="287655" y="184785"/>
                    </a:lnTo>
                    <a:lnTo>
                      <a:pt x="287655" y="61913"/>
                    </a:lnTo>
                    <a:lnTo>
                      <a:pt x="234315" y="2858"/>
                    </a:lnTo>
                    <a:lnTo>
                      <a:pt x="238125" y="0"/>
                    </a:lnTo>
                    <a:lnTo>
                      <a:pt x="292417" y="60008"/>
                    </a:lnTo>
                    <a:lnTo>
                      <a:pt x="292417" y="186690"/>
                    </a:lnTo>
                    <a:lnTo>
                      <a:pt x="228600" y="260033"/>
                    </a:lnTo>
                    <a:lnTo>
                      <a:pt x="157163" y="260033"/>
                    </a:lnTo>
                    <a:lnTo>
                      <a:pt x="115252" y="313373"/>
                    </a:lnTo>
                    <a:lnTo>
                      <a:pt x="37147" y="31337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1" name="Freeform: Shape 89"/>
              <p:cNvSpPr/>
              <p:nvPr/>
            </p:nvSpPr>
            <p:spPr>
              <a:xfrm>
                <a:off x="1634760" y="2615760"/>
                <a:ext cx="542520" cy="213840"/>
              </a:xfrm>
              <a:custGeom>
                <a:avLst/>
                <a:gdLst>
                  <a:gd name="textAreaLeft" fmla="*/ 0 w 542520"/>
                  <a:gd name="textAreaRight" fmla="*/ 543600 w 542520"/>
                  <a:gd name="textAreaTop" fmla="*/ 0 h 213840"/>
                  <a:gd name="textAreaBottom" fmla="*/ 214920 h 213840"/>
                </a:gdLst>
                <a:ahLst/>
                <a:cxnLst/>
                <a:rect l="textAreaLeft" t="textAreaTop" r="textAreaRight" b="textAreaBottom"/>
                <a:pathLst>
                  <a:path w="421957" h="167639">
                    <a:moveTo>
                      <a:pt x="260033" y="167640"/>
                    </a:moveTo>
                    <a:lnTo>
                      <a:pt x="120968" y="167640"/>
                    </a:lnTo>
                    <a:lnTo>
                      <a:pt x="88583" y="131445"/>
                    </a:lnTo>
                    <a:lnTo>
                      <a:pt x="0" y="131445"/>
                    </a:lnTo>
                    <a:lnTo>
                      <a:pt x="0" y="126682"/>
                    </a:lnTo>
                    <a:lnTo>
                      <a:pt x="90488" y="126682"/>
                    </a:lnTo>
                    <a:lnTo>
                      <a:pt x="122872" y="162877"/>
                    </a:lnTo>
                    <a:lnTo>
                      <a:pt x="258128" y="162877"/>
                    </a:lnTo>
                    <a:lnTo>
                      <a:pt x="418147" y="0"/>
                    </a:lnTo>
                    <a:lnTo>
                      <a:pt x="421958" y="2857"/>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2" name="Freeform: Shape 90"/>
              <p:cNvSpPr/>
              <p:nvPr/>
            </p:nvSpPr>
            <p:spPr>
              <a:xfrm>
                <a:off x="1903680" y="2354400"/>
                <a:ext cx="147600" cy="315360"/>
              </a:xfrm>
              <a:custGeom>
                <a:avLst/>
                <a:gdLst>
                  <a:gd name="textAreaLeft" fmla="*/ 0 w 147600"/>
                  <a:gd name="textAreaRight" fmla="*/ 148680 w 147600"/>
                  <a:gd name="textAreaTop" fmla="*/ 0 h 315360"/>
                  <a:gd name="textAreaBottom" fmla="*/ 316440 h 315360"/>
                </a:gdLst>
                <a:ahLst/>
                <a:cxnLst/>
                <a:rect l="textAreaLeft" t="textAreaTop" r="textAreaRight" b="textAreaBottom"/>
                <a:pathLst>
                  <a:path w="115252" h="246697">
                    <a:moveTo>
                      <a:pt x="37148" y="246698"/>
                    </a:moveTo>
                    <a:lnTo>
                      <a:pt x="0" y="246698"/>
                    </a:lnTo>
                    <a:lnTo>
                      <a:pt x="0" y="241935"/>
                    </a:lnTo>
                    <a:lnTo>
                      <a:pt x="34290" y="241935"/>
                    </a:lnTo>
                    <a:lnTo>
                      <a:pt x="111443" y="102870"/>
                    </a:lnTo>
                    <a:lnTo>
                      <a:pt x="111443" y="0"/>
                    </a:lnTo>
                    <a:lnTo>
                      <a:pt x="115253" y="0"/>
                    </a:lnTo>
                    <a:lnTo>
                      <a:pt x="115253" y="10477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3" name="Freeform: Shape 91"/>
              <p:cNvSpPr/>
              <p:nvPr/>
            </p:nvSpPr>
            <p:spPr>
              <a:xfrm>
                <a:off x="2147760" y="2274840"/>
                <a:ext cx="79920" cy="184680"/>
              </a:xfrm>
              <a:custGeom>
                <a:avLst/>
                <a:gdLst>
                  <a:gd name="textAreaLeft" fmla="*/ 0 w 79920"/>
                  <a:gd name="textAreaRight" fmla="*/ 81000 w 79920"/>
                  <a:gd name="textAreaTop" fmla="*/ 0 h 184680"/>
                  <a:gd name="textAreaBottom" fmla="*/ 185760 h 184680"/>
                </a:gdLst>
                <a:ahLst/>
                <a:cxnLst/>
                <a:rect l="textAreaLeft" t="textAreaTop" r="textAreaRight" b="textAreaBottom"/>
                <a:pathLst>
                  <a:path w="62864" h="144779">
                    <a:moveTo>
                      <a:pt x="62865" y="144780"/>
                    </a:moveTo>
                    <a:lnTo>
                      <a:pt x="58102" y="144780"/>
                    </a:lnTo>
                    <a:lnTo>
                      <a:pt x="58102" y="62865"/>
                    </a:lnTo>
                    <a:lnTo>
                      <a:pt x="0" y="3810"/>
                    </a:lnTo>
                    <a:lnTo>
                      <a:pt x="2857" y="0"/>
                    </a:lnTo>
                    <a:lnTo>
                      <a:pt x="62865" y="6096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4" name="Freeform: Shape 92"/>
              <p:cNvSpPr/>
              <p:nvPr/>
            </p:nvSpPr>
            <p:spPr>
              <a:xfrm>
                <a:off x="1331640" y="2458080"/>
                <a:ext cx="410040" cy="69840"/>
              </a:xfrm>
              <a:custGeom>
                <a:avLst/>
                <a:gdLst>
                  <a:gd name="textAreaLeft" fmla="*/ 0 w 410040"/>
                  <a:gd name="textAreaRight" fmla="*/ 411120 w 410040"/>
                  <a:gd name="textAreaTop" fmla="*/ 0 h 69840"/>
                  <a:gd name="textAreaBottom" fmla="*/ 70920 h 69840"/>
                </a:gdLst>
                <a:ahLst/>
                <a:cxnLst/>
                <a:rect l="textAreaLeft" t="textAreaTop" r="textAreaRight" b="textAreaBottom"/>
                <a:pathLst>
                  <a:path w="319087" h="55245">
                    <a:moveTo>
                      <a:pt x="117158" y="55245"/>
                    </a:moveTo>
                    <a:lnTo>
                      <a:pt x="0" y="55245"/>
                    </a:lnTo>
                    <a:lnTo>
                      <a:pt x="0" y="50483"/>
                    </a:lnTo>
                    <a:lnTo>
                      <a:pt x="115253" y="50483"/>
                    </a:lnTo>
                    <a:lnTo>
                      <a:pt x="147638" y="0"/>
                    </a:lnTo>
                    <a:lnTo>
                      <a:pt x="319088" y="0"/>
                    </a:lnTo>
                    <a:lnTo>
                      <a:pt x="319088" y="4763"/>
                    </a:lnTo>
                    <a:lnTo>
                      <a:pt x="150495" y="476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5920" rIns="90000" bIns="2592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5" name="Freeform: Shape 93"/>
              <p:cNvSpPr/>
              <p:nvPr/>
            </p:nvSpPr>
            <p:spPr>
              <a:xfrm>
                <a:off x="1506960" y="2459520"/>
                <a:ext cx="401400" cy="207720"/>
              </a:xfrm>
              <a:custGeom>
                <a:avLst/>
                <a:gdLst>
                  <a:gd name="textAreaLeft" fmla="*/ 0 w 401400"/>
                  <a:gd name="textAreaRight" fmla="*/ 402480 w 401400"/>
                  <a:gd name="textAreaTop" fmla="*/ 0 h 207720"/>
                  <a:gd name="textAreaBottom" fmla="*/ 208800 h 207720"/>
                </a:gdLst>
                <a:ahLst/>
                <a:cxnLst/>
                <a:rect l="textAreaLeft" t="textAreaTop" r="textAreaRight" b="textAreaBottom"/>
                <a:pathLst>
                  <a:path w="312419" h="162877">
                    <a:moveTo>
                      <a:pt x="34290" y="162877"/>
                    </a:moveTo>
                    <a:lnTo>
                      <a:pt x="0" y="94297"/>
                    </a:lnTo>
                    <a:lnTo>
                      <a:pt x="222885" y="94297"/>
                    </a:lnTo>
                    <a:lnTo>
                      <a:pt x="308610" y="0"/>
                    </a:lnTo>
                    <a:lnTo>
                      <a:pt x="312420" y="2858"/>
                    </a:lnTo>
                    <a:lnTo>
                      <a:pt x="225743" y="99060"/>
                    </a:lnTo>
                    <a:lnTo>
                      <a:pt x="7620" y="99060"/>
                    </a:lnTo>
                    <a:lnTo>
                      <a:pt x="39053" y="160972"/>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6" name="Freeform: Shape 94"/>
              <p:cNvSpPr/>
              <p:nvPr/>
            </p:nvSpPr>
            <p:spPr>
              <a:xfrm>
                <a:off x="1880280" y="2007360"/>
                <a:ext cx="283680" cy="337320"/>
              </a:xfrm>
              <a:custGeom>
                <a:avLst/>
                <a:gdLst>
                  <a:gd name="textAreaLeft" fmla="*/ 0 w 283680"/>
                  <a:gd name="textAreaRight" fmla="*/ 284760 w 283680"/>
                  <a:gd name="textAreaTop" fmla="*/ 0 h 337320"/>
                  <a:gd name="textAreaBottom" fmla="*/ 338400 h 337320"/>
                </a:gdLst>
                <a:ahLst/>
                <a:cxnLst/>
                <a:rect l="textAreaLeft" t="textAreaTop" r="textAreaRight" b="textAreaBottom"/>
                <a:pathLst>
                  <a:path w="220980" h="263842">
                    <a:moveTo>
                      <a:pt x="97155" y="263842"/>
                    </a:moveTo>
                    <a:lnTo>
                      <a:pt x="0" y="263842"/>
                    </a:lnTo>
                    <a:lnTo>
                      <a:pt x="0" y="259080"/>
                    </a:lnTo>
                    <a:lnTo>
                      <a:pt x="94297" y="259080"/>
                    </a:lnTo>
                    <a:lnTo>
                      <a:pt x="214313" y="126683"/>
                    </a:lnTo>
                    <a:lnTo>
                      <a:pt x="97155" y="3810"/>
                    </a:lnTo>
                    <a:lnTo>
                      <a:pt x="100013" y="0"/>
                    </a:lnTo>
                    <a:lnTo>
                      <a:pt x="220980" y="12668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7" name="Freeform: Shape 95"/>
              <p:cNvSpPr/>
              <p:nvPr/>
            </p:nvSpPr>
            <p:spPr>
              <a:xfrm>
                <a:off x="1611360" y="1739880"/>
                <a:ext cx="275040" cy="260280"/>
              </a:xfrm>
              <a:custGeom>
                <a:avLst/>
                <a:gdLst>
                  <a:gd name="textAreaLeft" fmla="*/ 0 w 275040"/>
                  <a:gd name="textAreaRight" fmla="*/ 276120 w 275040"/>
                  <a:gd name="textAreaTop" fmla="*/ 0 h 260280"/>
                  <a:gd name="textAreaBottom" fmla="*/ 261360 h 260280"/>
                </a:gdLst>
                <a:ahLst/>
                <a:cxnLst/>
                <a:rect l="textAreaLeft" t="textAreaTop" r="textAreaRight" b="textAreaBottom"/>
                <a:pathLst>
                  <a:path w="214312" h="203835">
                    <a:moveTo>
                      <a:pt x="162878" y="203835"/>
                    </a:moveTo>
                    <a:lnTo>
                      <a:pt x="59055" y="119063"/>
                    </a:lnTo>
                    <a:lnTo>
                      <a:pt x="202882" y="119063"/>
                    </a:lnTo>
                    <a:lnTo>
                      <a:pt x="88582" y="4763"/>
                    </a:lnTo>
                    <a:lnTo>
                      <a:pt x="0" y="4763"/>
                    </a:lnTo>
                    <a:lnTo>
                      <a:pt x="0" y="0"/>
                    </a:lnTo>
                    <a:lnTo>
                      <a:pt x="90488" y="0"/>
                    </a:lnTo>
                    <a:lnTo>
                      <a:pt x="214313" y="123825"/>
                    </a:lnTo>
                    <a:lnTo>
                      <a:pt x="72390" y="123825"/>
                    </a:lnTo>
                    <a:lnTo>
                      <a:pt x="165735" y="20002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8" name="Freeform: Shape 96"/>
              <p:cNvSpPr/>
              <p:nvPr/>
            </p:nvSpPr>
            <p:spPr>
              <a:xfrm>
                <a:off x="1632240" y="1996200"/>
                <a:ext cx="310680" cy="160200"/>
              </a:xfrm>
              <a:custGeom>
                <a:avLst/>
                <a:gdLst>
                  <a:gd name="textAreaLeft" fmla="*/ 0 w 310680"/>
                  <a:gd name="textAreaRight" fmla="*/ 311760 w 310680"/>
                  <a:gd name="textAreaTop" fmla="*/ 0 h 160200"/>
                  <a:gd name="textAreaBottom" fmla="*/ 161280 h 160200"/>
                </a:gdLst>
                <a:ahLst/>
                <a:cxnLst/>
                <a:rect l="textAreaLeft" t="textAreaTop" r="textAreaRight" b="textAreaBottom"/>
                <a:pathLst>
                  <a:path w="241934" h="125730">
                    <a:moveTo>
                      <a:pt x="239077" y="125730"/>
                    </a:moveTo>
                    <a:lnTo>
                      <a:pt x="161925" y="57150"/>
                    </a:lnTo>
                    <a:lnTo>
                      <a:pt x="58102" y="57150"/>
                    </a:lnTo>
                    <a:lnTo>
                      <a:pt x="0" y="2858"/>
                    </a:lnTo>
                    <a:lnTo>
                      <a:pt x="3810" y="0"/>
                    </a:lnTo>
                    <a:lnTo>
                      <a:pt x="60007" y="53340"/>
                    </a:lnTo>
                    <a:lnTo>
                      <a:pt x="163830" y="53340"/>
                    </a:lnTo>
                    <a:lnTo>
                      <a:pt x="241935" y="12192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09" name="Freeform: Shape 97"/>
              <p:cNvSpPr/>
              <p:nvPr/>
            </p:nvSpPr>
            <p:spPr>
              <a:xfrm>
                <a:off x="1466640" y="2106360"/>
                <a:ext cx="147600" cy="169920"/>
              </a:xfrm>
              <a:custGeom>
                <a:avLst/>
                <a:gdLst>
                  <a:gd name="textAreaLeft" fmla="*/ 0 w 147600"/>
                  <a:gd name="textAreaRight" fmla="*/ 148680 w 147600"/>
                  <a:gd name="textAreaTop" fmla="*/ 0 h 169920"/>
                  <a:gd name="textAreaBottom" fmla="*/ 171000 h 169920"/>
                </a:gdLst>
                <a:ahLst/>
                <a:cxnLst/>
                <a:rect l="textAreaLeft" t="textAreaTop" r="textAreaRight" b="textAreaBottom"/>
                <a:pathLst>
                  <a:path w="115252" h="133350">
                    <a:moveTo>
                      <a:pt x="102870" y="133350"/>
                    </a:moveTo>
                    <a:lnTo>
                      <a:pt x="98108" y="133350"/>
                    </a:lnTo>
                    <a:lnTo>
                      <a:pt x="110490" y="54293"/>
                    </a:lnTo>
                    <a:lnTo>
                      <a:pt x="55245" y="4763"/>
                    </a:lnTo>
                    <a:lnTo>
                      <a:pt x="0" y="4763"/>
                    </a:lnTo>
                    <a:lnTo>
                      <a:pt x="0" y="0"/>
                    </a:lnTo>
                    <a:lnTo>
                      <a:pt x="57150" y="0"/>
                    </a:lnTo>
                    <a:lnTo>
                      <a:pt x="115252" y="5238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0" name="Freeform: Shape 98"/>
              <p:cNvSpPr/>
              <p:nvPr/>
            </p:nvSpPr>
            <p:spPr>
              <a:xfrm>
                <a:off x="1294560" y="1805760"/>
                <a:ext cx="92160" cy="145440"/>
              </a:xfrm>
              <a:custGeom>
                <a:avLst/>
                <a:gdLst>
                  <a:gd name="textAreaLeft" fmla="*/ 0 w 92160"/>
                  <a:gd name="textAreaRight" fmla="*/ 93240 w 92160"/>
                  <a:gd name="textAreaTop" fmla="*/ 0 h 145440"/>
                  <a:gd name="textAreaBottom" fmla="*/ 146520 h 145440"/>
                </a:gdLst>
                <a:ahLst/>
                <a:cxnLst/>
                <a:rect l="textAreaLeft" t="textAreaTop" r="textAreaRight" b="textAreaBottom"/>
                <a:pathLst>
                  <a:path w="72390" h="114300">
                    <a:moveTo>
                      <a:pt x="72390" y="114300"/>
                    </a:moveTo>
                    <a:lnTo>
                      <a:pt x="67628" y="114300"/>
                    </a:lnTo>
                    <a:lnTo>
                      <a:pt x="67628" y="73342"/>
                    </a:lnTo>
                    <a:lnTo>
                      <a:pt x="0" y="2857"/>
                    </a:lnTo>
                    <a:lnTo>
                      <a:pt x="3810" y="0"/>
                    </a:lnTo>
                    <a:lnTo>
                      <a:pt x="72390" y="7143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1" name="Freeform: Shape 99"/>
              <p:cNvSpPr/>
              <p:nvPr/>
            </p:nvSpPr>
            <p:spPr>
              <a:xfrm>
                <a:off x="980280" y="1655640"/>
                <a:ext cx="374400" cy="168840"/>
              </a:xfrm>
              <a:custGeom>
                <a:avLst/>
                <a:gdLst>
                  <a:gd name="textAreaLeft" fmla="*/ 0 w 374400"/>
                  <a:gd name="textAreaRight" fmla="*/ 375480 w 374400"/>
                  <a:gd name="textAreaTop" fmla="*/ 0 h 168840"/>
                  <a:gd name="textAreaBottom" fmla="*/ 169920 h 168840"/>
                </a:gdLst>
                <a:ahLst/>
                <a:cxnLst/>
                <a:rect l="textAreaLeft" t="textAreaTop" r="textAreaRight" b="textAreaBottom"/>
                <a:pathLst>
                  <a:path w="291464" h="132397">
                    <a:moveTo>
                      <a:pt x="116205" y="132398"/>
                    </a:moveTo>
                    <a:lnTo>
                      <a:pt x="0" y="40958"/>
                    </a:lnTo>
                    <a:lnTo>
                      <a:pt x="57150" y="0"/>
                    </a:lnTo>
                    <a:lnTo>
                      <a:pt x="258127" y="0"/>
                    </a:lnTo>
                    <a:lnTo>
                      <a:pt x="291465" y="30480"/>
                    </a:lnTo>
                    <a:lnTo>
                      <a:pt x="288607" y="33338"/>
                    </a:lnTo>
                    <a:lnTo>
                      <a:pt x="256222" y="4763"/>
                    </a:lnTo>
                    <a:lnTo>
                      <a:pt x="59055" y="4763"/>
                    </a:lnTo>
                    <a:lnTo>
                      <a:pt x="8572" y="40958"/>
                    </a:lnTo>
                    <a:lnTo>
                      <a:pt x="119063" y="12858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2" name="Freeform: Shape 100"/>
              <p:cNvSpPr/>
              <p:nvPr/>
            </p:nvSpPr>
            <p:spPr>
              <a:xfrm>
                <a:off x="532440" y="1716480"/>
                <a:ext cx="302040" cy="154080"/>
              </a:xfrm>
              <a:custGeom>
                <a:avLst/>
                <a:gdLst>
                  <a:gd name="textAreaLeft" fmla="*/ 0 w 302040"/>
                  <a:gd name="textAreaRight" fmla="*/ 303120 w 302040"/>
                  <a:gd name="textAreaTop" fmla="*/ 0 h 154080"/>
                  <a:gd name="textAreaBottom" fmla="*/ 155160 h 154080"/>
                </a:gdLst>
                <a:ahLst/>
                <a:cxnLst/>
                <a:rect l="textAreaLeft" t="textAreaTop" r="textAreaRight" b="textAreaBottom"/>
                <a:pathLst>
                  <a:path w="235267" h="120967">
                    <a:moveTo>
                      <a:pt x="52388" y="120967"/>
                    </a:moveTo>
                    <a:lnTo>
                      <a:pt x="0" y="120967"/>
                    </a:lnTo>
                    <a:lnTo>
                      <a:pt x="0" y="116205"/>
                    </a:lnTo>
                    <a:lnTo>
                      <a:pt x="49530" y="116205"/>
                    </a:lnTo>
                    <a:lnTo>
                      <a:pt x="157163" y="0"/>
                    </a:lnTo>
                    <a:lnTo>
                      <a:pt x="235267" y="0"/>
                    </a:lnTo>
                    <a:lnTo>
                      <a:pt x="235267" y="4763"/>
                    </a:lnTo>
                    <a:lnTo>
                      <a:pt x="159067" y="476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3" name="Freeform: Shape 101"/>
              <p:cNvSpPr/>
              <p:nvPr/>
            </p:nvSpPr>
            <p:spPr>
              <a:xfrm>
                <a:off x="241560" y="1880280"/>
                <a:ext cx="147600" cy="144360"/>
              </a:xfrm>
              <a:custGeom>
                <a:avLst/>
                <a:gdLst>
                  <a:gd name="textAreaLeft" fmla="*/ 0 w 147600"/>
                  <a:gd name="textAreaRight" fmla="*/ 148680 w 147600"/>
                  <a:gd name="textAreaTop" fmla="*/ 0 h 144360"/>
                  <a:gd name="textAreaBottom" fmla="*/ 145440 h 144360"/>
                </a:gdLst>
                <a:ahLst/>
                <a:cxnLst/>
                <a:rect l="textAreaLeft" t="textAreaTop" r="textAreaRight" b="textAreaBottom"/>
                <a:pathLst>
                  <a:path w="115252" h="113347">
                    <a:moveTo>
                      <a:pt x="4763" y="113348"/>
                    </a:moveTo>
                    <a:lnTo>
                      <a:pt x="0" y="113348"/>
                    </a:lnTo>
                    <a:lnTo>
                      <a:pt x="0" y="62865"/>
                    </a:lnTo>
                    <a:lnTo>
                      <a:pt x="110490" y="62865"/>
                    </a:lnTo>
                    <a:lnTo>
                      <a:pt x="110490" y="0"/>
                    </a:lnTo>
                    <a:lnTo>
                      <a:pt x="115253" y="0"/>
                    </a:lnTo>
                    <a:lnTo>
                      <a:pt x="115253" y="67627"/>
                    </a:lnTo>
                    <a:lnTo>
                      <a:pt x="4763" y="67627"/>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4" name="Freeform: Shape 102"/>
              <p:cNvSpPr/>
              <p:nvPr/>
            </p:nvSpPr>
            <p:spPr>
              <a:xfrm>
                <a:off x="126000" y="2230920"/>
                <a:ext cx="51840" cy="213840"/>
              </a:xfrm>
              <a:custGeom>
                <a:avLst/>
                <a:gdLst>
                  <a:gd name="textAreaLeft" fmla="*/ 0 w 51840"/>
                  <a:gd name="textAreaRight" fmla="*/ 52920 w 51840"/>
                  <a:gd name="textAreaTop" fmla="*/ 0 h 213840"/>
                  <a:gd name="textAreaBottom" fmla="*/ 214920 h 213840"/>
                </a:gdLst>
                <a:ahLst/>
                <a:cxnLst/>
                <a:rect l="textAreaLeft" t="textAreaTop" r="textAreaRight" b="textAreaBottom"/>
                <a:pathLst>
                  <a:path w="40957" h="167639">
                    <a:moveTo>
                      <a:pt x="4763" y="167640"/>
                    </a:moveTo>
                    <a:lnTo>
                      <a:pt x="0" y="167640"/>
                    </a:lnTo>
                    <a:lnTo>
                      <a:pt x="0" y="106680"/>
                    </a:lnTo>
                    <a:lnTo>
                      <a:pt x="36195" y="64770"/>
                    </a:lnTo>
                    <a:lnTo>
                      <a:pt x="36195" y="0"/>
                    </a:lnTo>
                    <a:lnTo>
                      <a:pt x="40958" y="0"/>
                    </a:lnTo>
                    <a:lnTo>
                      <a:pt x="40958" y="66675"/>
                    </a:lnTo>
                    <a:lnTo>
                      <a:pt x="4763" y="10858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5" name="Freeform: Shape 103"/>
              <p:cNvSpPr/>
              <p:nvPr/>
            </p:nvSpPr>
            <p:spPr>
              <a:xfrm>
                <a:off x="264960" y="2106360"/>
                <a:ext cx="178200" cy="200520"/>
              </a:xfrm>
              <a:custGeom>
                <a:avLst/>
                <a:gdLst>
                  <a:gd name="textAreaLeft" fmla="*/ 0 w 178200"/>
                  <a:gd name="textAreaRight" fmla="*/ 179280 w 178200"/>
                  <a:gd name="textAreaTop" fmla="*/ 0 h 200520"/>
                  <a:gd name="textAreaBottom" fmla="*/ 201600 h 200520"/>
                </a:gdLst>
                <a:ahLst/>
                <a:cxnLst/>
                <a:rect l="textAreaLeft" t="textAreaTop" r="textAreaRight" b="textAreaBottom"/>
                <a:pathLst>
                  <a:path w="139064" h="157162">
                    <a:moveTo>
                      <a:pt x="4763" y="157163"/>
                    </a:moveTo>
                    <a:lnTo>
                      <a:pt x="0" y="157163"/>
                    </a:lnTo>
                    <a:lnTo>
                      <a:pt x="0" y="117158"/>
                    </a:lnTo>
                    <a:lnTo>
                      <a:pt x="57150" y="52388"/>
                    </a:lnTo>
                    <a:lnTo>
                      <a:pt x="57150" y="0"/>
                    </a:lnTo>
                    <a:lnTo>
                      <a:pt x="139065" y="0"/>
                    </a:lnTo>
                    <a:lnTo>
                      <a:pt x="139065" y="4763"/>
                    </a:lnTo>
                    <a:lnTo>
                      <a:pt x="60960" y="4763"/>
                    </a:lnTo>
                    <a:lnTo>
                      <a:pt x="60960" y="53340"/>
                    </a:lnTo>
                    <a:lnTo>
                      <a:pt x="4763" y="11906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6" name="Freeform: Shape 104"/>
              <p:cNvSpPr/>
              <p:nvPr/>
            </p:nvSpPr>
            <p:spPr>
              <a:xfrm>
                <a:off x="556920" y="2172240"/>
                <a:ext cx="103320" cy="300600"/>
              </a:xfrm>
              <a:custGeom>
                <a:avLst/>
                <a:gdLst>
                  <a:gd name="textAreaLeft" fmla="*/ 0 w 103320"/>
                  <a:gd name="textAreaRight" fmla="*/ 104400 w 103320"/>
                  <a:gd name="textAreaTop" fmla="*/ 0 h 300600"/>
                  <a:gd name="textAreaBottom" fmla="*/ 301680 h 300600"/>
                </a:gdLst>
                <a:ahLst/>
                <a:cxnLst/>
                <a:rect l="textAreaLeft" t="textAreaTop" r="textAreaRight" b="textAreaBottom"/>
                <a:pathLst>
                  <a:path w="80962" h="235267">
                    <a:moveTo>
                      <a:pt x="54292" y="235267"/>
                    </a:moveTo>
                    <a:lnTo>
                      <a:pt x="0" y="190500"/>
                    </a:lnTo>
                    <a:lnTo>
                      <a:pt x="0" y="65722"/>
                    </a:lnTo>
                    <a:lnTo>
                      <a:pt x="78105" y="0"/>
                    </a:lnTo>
                    <a:lnTo>
                      <a:pt x="80963" y="2858"/>
                    </a:lnTo>
                    <a:lnTo>
                      <a:pt x="4763" y="68580"/>
                    </a:lnTo>
                    <a:lnTo>
                      <a:pt x="4763" y="187642"/>
                    </a:lnTo>
                    <a:lnTo>
                      <a:pt x="57150" y="23241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7" name="Freeform: Shape 105"/>
              <p:cNvSpPr/>
              <p:nvPr/>
            </p:nvSpPr>
            <p:spPr>
              <a:xfrm>
                <a:off x="756000" y="2305440"/>
                <a:ext cx="340200" cy="114840"/>
              </a:xfrm>
              <a:custGeom>
                <a:avLst/>
                <a:gdLst>
                  <a:gd name="textAreaLeft" fmla="*/ 0 w 340200"/>
                  <a:gd name="textAreaRight" fmla="*/ 341280 w 340200"/>
                  <a:gd name="textAreaTop" fmla="*/ 0 h 114840"/>
                  <a:gd name="textAreaBottom" fmla="*/ 115920 h 114840"/>
                </a:gdLst>
                <a:ahLst/>
                <a:cxnLst/>
                <a:rect l="textAreaLeft" t="textAreaTop" r="textAreaRight" b="textAreaBottom"/>
                <a:pathLst>
                  <a:path w="264795" h="90487">
                    <a:moveTo>
                      <a:pt x="111442" y="90488"/>
                    </a:moveTo>
                    <a:lnTo>
                      <a:pt x="0" y="90488"/>
                    </a:lnTo>
                    <a:lnTo>
                      <a:pt x="0" y="85725"/>
                    </a:lnTo>
                    <a:lnTo>
                      <a:pt x="109538" y="85725"/>
                    </a:lnTo>
                    <a:lnTo>
                      <a:pt x="192405" y="0"/>
                    </a:lnTo>
                    <a:lnTo>
                      <a:pt x="264795" y="0"/>
                    </a:lnTo>
                    <a:lnTo>
                      <a:pt x="264795" y="4763"/>
                    </a:lnTo>
                    <a:lnTo>
                      <a:pt x="194310" y="476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8" name="Freeform: Shape 106"/>
              <p:cNvSpPr/>
              <p:nvPr/>
            </p:nvSpPr>
            <p:spPr>
              <a:xfrm>
                <a:off x="1256760" y="2304360"/>
                <a:ext cx="178200" cy="102600"/>
              </a:xfrm>
              <a:custGeom>
                <a:avLst/>
                <a:gdLst>
                  <a:gd name="textAreaLeft" fmla="*/ 0 w 178200"/>
                  <a:gd name="textAreaRight" fmla="*/ 179280 w 178200"/>
                  <a:gd name="textAreaTop" fmla="*/ 0 h 102600"/>
                  <a:gd name="textAreaBottom" fmla="*/ 103680 h 102600"/>
                </a:gdLst>
                <a:ahLst/>
                <a:cxnLst/>
                <a:rect l="textAreaLeft" t="textAreaTop" r="textAreaRight" b="textAreaBottom"/>
                <a:pathLst>
                  <a:path w="139064" h="80962">
                    <a:moveTo>
                      <a:pt x="3810" y="80963"/>
                    </a:moveTo>
                    <a:lnTo>
                      <a:pt x="0" y="79057"/>
                    </a:lnTo>
                    <a:lnTo>
                      <a:pt x="1905" y="80010"/>
                    </a:lnTo>
                    <a:lnTo>
                      <a:pt x="0" y="79057"/>
                    </a:lnTo>
                    <a:cubicBezTo>
                      <a:pt x="1905" y="75247"/>
                      <a:pt x="952" y="37147"/>
                      <a:pt x="0" y="2857"/>
                    </a:cubicBezTo>
                    <a:lnTo>
                      <a:pt x="0" y="0"/>
                    </a:lnTo>
                    <a:lnTo>
                      <a:pt x="139065" y="0"/>
                    </a:lnTo>
                    <a:lnTo>
                      <a:pt x="139065" y="4763"/>
                    </a:lnTo>
                    <a:lnTo>
                      <a:pt x="3810" y="4763"/>
                    </a:lnTo>
                    <a:cubicBezTo>
                      <a:pt x="4763" y="20955"/>
                      <a:pt x="6667" y="75247"/>
                      <a:pt x="3810" y="8096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19" name="Freeform: Shape 107"/>
              <p:cNvSpPr/>
              <p:nvPr/>
            </p:nvSpPr>
            <p:spPr>
              <a:xfrm>
                <a:off x="835560" y="2022120"/>
                <a:ext cx="460440" cy="112680"/>
              </a:xfrm>
              <a:custGeom>
                <a:avLst/>
                <a:gdLst>
                  <a:gd name="textAreaLeft" fmla="*/ 0 w 460440"/>
                  <a:gd name="textAreaRight" fmla="*/ 461520 w 460440"/>
                  <a:gd name="textAreaTop" fmla="*/ 0 h 112680"/>
                  <a:gd name="textAreaBottom" fmla="*/ 113760 h 112680"/>
                </a:gdLst>
                <a:ahLst/>
                <a:cxnLst/>
                <a:rect l="textAreaLeft" t="textAreaTop" r="textAreaRight" b="textAreaBottom"/>
                <a:pathLst>
                  <a:path w="358139" h="88582">
                    <a:moveTo>
                      <a:pt x="109538" y="88583"/>
                    </a:moveTo>
                    <a:lnTo>
                      <a:pt x="0" y="88583"/>
                    </a:lnTo>
                    <a:lnTo>
                      <a:pt x="0" y="83820"/>
                    </a:lnTo>
                    <a:lnTo>
                      <a:pt x="104775" y="83820"/>
                    </a:lnTo>
                    <a:lnTo>
                      <a:pt x="113347" y="0"/>
                    </a:lnTo>
                    <a:lnTo>
                      <a:pt x="295275" y="0"/>
                    </a:lnTo>
                    <a:lnTo>
                      <a:pt x="296227" y="953"/>
                    </a:lnTo>
                    <a:cubicBezTo>
                      <a:pt x="313372" y="18097"/>
                      <a:pt x="348615" y="52388"/>
                      <a:pt x="358140" y="57150"/>
                    </a:cubicBezTo>
                    <a:lnTo>
                      <a:pt x="356235" y="60960"/>
                    </a:lnTo>
                    <a:cubicBezTo>
                      <a:pt x="344805" y="55245"/>
                      <a:pt x="300038" y="10478"/>
                      <a:pt x="293370" y="4763"/>
                    </a:cubicBezTo>
                    <a:lnTo>
                      <a:pt x="118110" y="4763"/>
                    </a:lnTo>
                    <a:lnTo>
                      <a:pt x="109538" y="8858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0" name="Freeform: Shape 108"/>
              <p:cNvSpPr/>
              <p:nvPr/>
            </p:nvSpPr>
            <p:spPr>
              <a:xfrm>
                <a:off x="793800" y="1914480"/>
                <a:ext cx="78840" cy="139320"/>
              </a:xfrm>
              <a:custGeom>
                <a:avLst/>
                <a:gdLst>
                  <a:gd name="textAreaLeft" fmla="*/ 0 w 78840"/>
                  <a:gd name="textAreaRight" fmla="*/ 79920 w 78840"/>
                  <a:gd name="textAreaTop" fmla="*/ 0 h 139320"/>
                  <a:gd name="textAreaBottom" fmla="*/ 140400 h 139320"/>
                </a:gdLst>
                <a:ahLst/>
                <a:cxnLst/>
                <a:rect l="textAreaLeft" t="textAreaTop" r="textAreaRight" b="textAreaBottom"/>
                <a:pathLst>
                  <a:path w="61912" h="109537">
                    <a:moveTo>
                      <a:pt x="61913" y="109538"/>
                    </a:moveTo>
                    <a:lnTo>
                      <a:pt x="0" y="109538"/>
                    </a:lnTo>
                    <a:lnTo>
                      <a:pt x="0" y="104775"/>
                    </a:lnTo>
                    <a:lnTo>
                      <a:pt x="57150" y="104775"/>
                    </a:lnTo>
                    <a:lnTo>
                      <a:pt x="57150" y="0"/>
                    </a:lnTo>
                    <a:lnTo>
                      <a:pt x="61913" y="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1" name="Freeform: Shape 109"/>
              <p:cNvSpPr/>
              <p:nvPr/>
            </p:nvSpPr>
            <p:spPr>
              <a:xfrm>
                <a:off x="924120" y="1804680"/>
                <a:ext cx="109440" cy="62280"/>
              </a:xfrm>
              <a:custGeom>
                <a:avLst/>
                <a:gdLst>
                  <a:gd name="textAreaLeft" fmla="*/ 0 w 109440"/>
                  <a:gd name="textAreaRight" fmla="*/ 110520 w 109440"/>
                  <a:gd name="textAreaTop" fmla="*/ 0 h 62280"/>
                  <a:gd name="textAreaBottom" fmla="*/ 63360 h 62280"/>
                </a:gdLst>
                <a:ahLst/>
                <a:cxnLst/>
                <a:rect l="textAreaLeft" t="textAreaTop" r="textAreaRight" b="textAreaBottom"/>
                <a:pathLst>
                  <a:path w="85725" h="49530">
                    <a:moveTo>
                      <a:pt x="85725" y="49530"/>
                    </a:moveTo>
                    <a:lnTo>
                      <a:pt x="81915" y="49530"/>
                    </a:lnTo>
                    <a:lnTo>
                      <a:pt x="81915" y="4763"/>
                    </a:lnTo>
                    <a:lnTo>
                      <a:pt x="0" y="4763"/>
                    </a:lnTo>
                    <a:lnTo>
                      <a:pt x="0" y="0"/>
                    </a:lnTo>
                    <a:lnTo>
                      <a:pt x="85725" y="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8360" rIns="90000" bIns="183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2" name="Freeform: Shape 110"/>
              <p:cNvSpPr/>
              <p:nvPr/>
            </p:nvSpPr>
            <p:spPr>
              <a:xfrm>
                <a:off x="431640" y="1868040"/>
                <a:ext cx="314280" cy="365400"/>
              </a:xfrm>
              <a:custGeom>
                <a:avLst/>
                <a:gdLst>
                  <a:gd name="textAreaLeft" fmla="*/ 0 w 314280"/>
                  <a:gd name="textAreaRight" fmla="*/ 315360 w 314280"/>
                  <a:gd name="textAreaTop" fmla="*/ 0 h 365400"/>
                  <a:gd name="textAreaBottom" fmla="*/ 366480 h 365400"/>
                </a:gdLst>
                <a:ahLst/>
                <a:cxnLst/>
                <a:rect l="textAreaLeft" t="textAreaTop" r="textAreaRight" b="textAreaBottom"/>
                <a:pathLst>
                  <a:path w="244792" h="285749">
                    <a:moveTo>
                      <a:pt x="1905" y="285750"/>
                    </a:moveTo>
                    <a:lnTo>
                      <a:pt x="0" y="280987"/>
                    </a:lnTo>
                    <a:lnTo>
                      <a:pt x="105728" y="221932"/>
                    </a:lnTo>
                    <a:lnTo>
                      <a:pt x="105728" y="108585"/>
                    </a:lnTo>
                    <a:lnTo>
                      <a:pt x="240030" y="87630"/>
                    </a:lnTo>
                    <a:lnTo>
                      <a:pt x="240030" y="0"/>
                    </a:lnTo>
                    <a:lnTo>
                      <a:pt x="244793" y="0"/>
                    </a:lnTo>
                    <a:lnTo>
                      <a:pt x="244793" y="91440"/>
                    </a:lnTo>
                    <a:lnTo>
                      <a:pt x="110490" y="112395"/>
                    </a:lnTo>
                    <a:lnTo>
                      <a:pt x="110490" y="22479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3" name="Freeform: Shape 111"/>
              <p:cNvSpPr/>
              <p:nvPr/>
            </p:nvSpPr>
            <p:spPr>
              <a:xfrm>
                <a:off x="355680" y="2305440"/>
                <a:ext cx="110520" cy="184680"/>
              </a:xfrm>
              <a:custGeom>
                <a:avLst/>
                <a:gdLst>
                  <a:gd name="textAreaLeft" fmla="*/ 0 w 110520"/>
                  <a:gd name="textAreaRight" fmla="*/ 111600 w 110520"/>
                  <a:gd name="textAreaTop" fmla="*/ 0 h 184680"/>
                  <a:gd name="textAreaBottom" fmla="*/ 185760 h 184680"/>
                </a:gdLst>
                <a:ahLst/>
                <a:cxnLst/>
                <a:rect l="textAreaLeft" t="textAreaTop" r="textAreaRight" b="textAreaBottom"/>
                <a:pathLst>
                  <a:path w="86677" h="144779">
                    <a:moveTo>
                      <a:pt x="86678" y="144780"/>
                    </a:moveTo>
                    <a:lnTo>
                      <a:pt x="81915" y="144780"/>
                    </a:lnTo>
                    <a:lnTo>
                      <a:pt x="81915" y="39053"/>
                    </a:lnTo>
                    <a:lnTo>
                      <a:pt x="0" y="3810"/>
                    </a:lnTo>
                    <a:lnTo>
                      <a:pt x="953" y="0"/>
                    </a:lnTo>
                    <a:lnTo>
                      <a:pt x="86678" y="3619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4" name="Freeform: Shape 112"/>
              <p:cNvSpPr/>
              <p:nvPr/>
            </p:nvSpPr>
            <p:spPr>
              <a:xfrm>
                <a:off x="383760" y="2491200"/>
                <a:ext cx="340200" cy="209160"/>
              </a:xfrm>
              <a:custGeom>
                <a:avLst/>
                <a:gdLst>
                  <a:gd name="textAreaLeft" fmla="*/ 0 w 340200"/>
                  <a:gd name="textAreaRight" fmla="*/ 341280 w 340200"/>
                  <a:gd name="textAreaTop" fmla="*/ 0 h 209160"/>
                  <a:gd name="textAreaBottom" fmla="*/ 210240 h 209160"/>
                </a:gdLst>
                <a:ahLst/>
                <a:cxnLst/>
                <a:rect l="textAreaLeft" t="textAreaTop" r="textAreaRight" b="textAreaBottom"/>
                <a:pathLst>
                  <a:path w="264795" h="163830">
                    <a:moveTo>
                      <a:pt x="264795" y="163830"/>
                    </a:moveTo>
                    <a:lnTo>
                      <a:pt x="114300" y="163830"/>
                    </a:lnTo>
                    <a:lnTo>
                      <a:pt x="0" y="58103"/>
                    </a:lnTo>
                    <a:lnTo>
                      <a:pt x="0" y="0"/>
                    </a:lnTo>
                    <a:lnTo>
                      <a:pt x="4763" y="0"/>
                    </a:lnTo>
                    <a:lnTo>
                      <a:pt x="4763" y="56198"/>
                    </a:lnTo>
                    <a:lnTo>
                      <a:pt x="116205" y="159068"/>
                    </a:lnTo>
                    <a:lnTo>
                      <a:pt x="264795" y="15906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5" name="Freeform: Shape 113"/>
              <p:cNvSpPr/>
              <p:nvPr/>
            </p:nvSpPr>
            <p:spPr>
              <a:xfrm>
                <a:off x="924120" y="2695320"/>
                <a:ext cx="175680" cy="299520"/>
              </a:xfrm>
              <a:custGeom>
                <a:avLst/>
                <a:gdLst>
                  <a:gd name="textAreaLeft" fmla="*/ 0 w 175680"/>
                  <a:gd name="textAreaRight" fmla="*/ 176760 w 175680"/>
                  <a:gd name="textAreaTop" fmla="*/ 0 h 299520"/>
                  <a:gd name="textAreaBottom" fmla="*/ 300600 h 299520"/>
                </a:gdLst>
                <a:ahLst/>
                <a:cxnLst/>
                <a:rect l="textAreaLeft" t="textAreaTop" r="textAreaRight" b="textAreaBottom"/>
                <a:pathLst>
                  <a:path w="137159" h="234314">
                    <a:moveTo>
                      <a:pt x="137160" y="234315"/>
                    </a:moveTo>
                    <a:lnTo>
                      <a:pt x="132397" y="234315"/>
                    </a:lnTo>
                    <a:lnTo>
                      <a:pt x="132397" y="57150"/>
                    </a:lnTo>
                    <a:lnTo>
                      <a:pt x="71438" y="4763"/>
                    </a:lnTo>
                    <a:lnTo>
                      <a:pt x="0" y="4763"/>
                    </a:lnTo>
                    <a:lnTo>
                      <a:pt x="0" y="0"/>
                    </a:lnTo>
                    <a:lnTo>
                      <a:pt x="72390" y="0"/>
                    </a:lnTo>
                    <a:lnTo>
                      <a:pt x="137160" y="54292"/>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6" name="Freeform: Shape 114"/>
              <p:cNvSpPr/>
              <p:nvPr/>
            </p:nvSpPr>
            <p:spPr>
              <a:xfrm>
                <a:off x="1194120" y="2713320"/>
                <a:ext cx="125280" cy="183240"/>
              </a:xfrm>
              <a:custGeom>
                <a:avLst/>
                <a:gdLst>
                  <a:gd name="textAreaLeft" fmla="*/ 0 w 125280"/>
                  <a:gd name="textAreaRight" fmla="*/ 126360 w 125280"/>
                  <a:gd name="textAreaTop" fmla="*/ 0 h 183240"/>
                  <a:gd name="textAreaBottom" fmla="*/ 184320 h 183240"/>
                </a:gdLst>
                <a:ahLst/>
                <a:cxnLst/>
                <a:rect l="textAreaLeft" t="textAreaTop" r="textAreaRight" b="textAreaBottom"/>
                <a:pathLst>
                  <a:path w="98107" h="143827">
                    <a:moveTo>
                      <a:pt x="78105" y="143827"/>
                    </a:moveTo>
                    <a:lnTo>
                      <a:pt x="0" y="54292"/>
                    </a:lnTo>
                    <a:lnTo>
                      <a:pt x="0" y="0"/>
                    </a:lnTo>
                    <a:lnTo>
                      <a:pt x="98108" y="0"/>
                    </a:lnTo>
                    <a:lnTo>
                      <a:pt x="98108" y="4763"/>
                    </a:lnTo>
                    <a:lnTo>
                      <a:pt x="4763" y="4763"/>
                    </a:lnTo>
                    <a:lnTo>
                      <a:pt x="4763" y="52388"/>
                    </a:lnTo>
                    <a:lnTo>
                      <a:pt x="81915" y="14097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7" name="Freeform: Shape 115"/>
              <p:cNvSpPr/>
              <p:nvPr/>
            </p:nvSpPr>
            <p:spPr>
              <a:xfrm>
                <a:off x="945000" y="2826000"/>
                <a:ext cx="66600" cy="168840"/>
              </a:xfrm>
              <a:custGeom>
                <a:avLst/>
                <a:gdLst>
                  <a:gd name="textAreaLeft" fmla="*/ 0 w 66600"/>
                  <a:gd name="textAreaRight" fmla="*/ 67680 w 66600"/>
                  <a:gd name="textAreaTop" fmla="*/ 0 h 168840"/>
                  <a:gd name="textAreaBottom" fmla="*/ 169920 h 168840"/>
                </a:gdLst>
                <a:ahLst/>
                <a:cxnLst/>
                <a:rect l="textAreaLeft" t="textAreaTop" r="textAreaRight" b="textAreaBottom"/>
                <a:pathLst>
                  <a:path w="52387" h="132397">
                    <a:moveTo>
                      <a:pt x="52388" y="132397"/>
                    </a:moveTo>
                    <a:lnTo>
                      <a:pt x="47625" y="132397"/>
                    </a:lnTo>
                    <a:lnTo>
                      <a:pt x="47625" y="56197"/>
                    </a:lnTo>
                    <a:lnTo>
                      <a:pt x="0" y="2858"/>
                    </a:lnTo>
                    <a:lnTo>
                      <a:pt x="3810" y="0"/>
                    </a:lnTo>
                    <a:lnTo>
                      <a:pt x="52388" y="54292"/>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8" name="Freeform: Shape 116"/>
              <p:cNvSpPr/>
              <p:nvPr/>
            </p:nvSpPr>
            <p:spPr>
              <a:xfrm>
                <a:off x="430560" y="2977200"/>
                <a:ext cx="228600" cy="275040"/>
              </a:xfrm>
              <a:custGeom>
                <a:avLst/>
                <a:gdLst>
                  <a:gd name="textAreaLeft" fmla="*/ 0 w 228600"/>
                  <a:gd name="textAreaRight" fmla="*/ 229680 w 228600"/>
                  <a:gd name="textAreaTop" fmla="*/ 0 h 275040"/>
                  <a:gd name="textAreaBottom" fmla="*/ 276120 h 275040"/>
                </a:gdLst>
                <a:ahLst/>
                <a:cxnLst/>
                <a:rect l="textAreaLeft" t="textAreaTop" r="textAreaRight" b="textAreaBottom"/>
                <a:pathLst>
                  <a:path w="178117" h="215265">
                    <a:moveTo>
                      <a:pt x="3810" y="215265"/>
                    </a:moveTo>
                    <a:lnTo>
                      <a:pt x="0" y="212408"/>
                    </a:lnTo>
                    <a:lnTo>
                      <a:pt x="23813" y="171450"/>
                    </a:lnTo>
                    <a:lnTo>
                      <a:pt x="23813" y="30480"/>
                    </a:lnTo>
                    <a:lnTo>
                      <a:pt x="120967" y="0"/>
                    </a:lnTo>
                    <a:lnTo>
                      <a:pt x="178117" y="0"/>
                    </a:lnTo>
                    <a:lnTo>
                      <a:pt x="178117" y="4763"/>
                    </a:lnTo>
                    <a:lnTo>
                      <a:pt x="121920" y="4763"/>
                    </a:lnTo>
                    <a:lnTo>
                      <a:pt x="28575" y="34290"/>
                    </a:lnTo>
                    <a:lnTo>
                      <a:pt x="28575" y="17335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29" name="Freeform: Shape 117"/>
              <p:cNvSpPr/>
              <p:nvPr/>
            </p:nvSpPr>
            <p:spPr>
              <a:xfrm>
                <a:off x="38880" y="2560680"/>
                <a:ext cx="317880" cy="222480"/>
              </a:xfrm>
              <a:custGeom>
                <a:avLst/>
                <a:gdLst>
                  <a:gd name="textAreaLeft" fmla="*/ 0 w 317880"/>
                  <a:gd name="textAreaRight" fmla="*/ 318960 w 317880"/>
                  <a:gd name="textAreaTop" fmla="*/ 0 h 222480"/>
                  <a:gd name="textAreaBottom" fmla="*/ 223560 h 222480"/>
                </a:gdLst>
                <a:ahLst/>
                <a:cxnLst/>
                <a:rect l="textAreaLeft" t="textAreaTop" r="textAreaRight" b="textAreaBottom"/>
                <a:pathLst>
                  <a:path w="247650" h="174307">
                    <a:moveTo>
                      <a:pt x="179070" y="174307"/>
                    </a:moveTo>
                    <a:lnTo>
                      <a:pt x="0" y="174307"/>
                    </a:lnTo>
                    <a:lnTo>
                      <a:pt x="0" y="33338"/>
                    </a:lnTo>
                    <a:lnTo>
                      <a:pt x="88583" y="0"/>
                    </a:lnTo>
                    <a:lnTo>
                      <a:pt x="139065" y="0"/>
                    </a:lnTo>
                    <a:lnTo>
                      <a:pt x="139065" y="4763"/>
                    </a:lnTo>
                    <a:lnTo>
                      <a:pt x="88583" y="4763"/>
                    </a:lnTo>
                    <a:lnTo>
                      <a:pt x="3810" y="37147"/>
                    </a:lnTo>
                    <a:lnTo>
                      <a:pt x="3810" y="169545"/>
                    </a:lnTo>
                    <a:lnTo>
                      <a:pt x="177165" y="169545"/>
                    </a:lnTo>
                    <a:lnTo>
                      <a:pt x="244793" y="104775"/>
                    </a:lnTo>
                    <a:lnTo>
                      <a:pt x="247650" y="10858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0" name="Freeform: Shape 118"/>
              <p:cNvSpPr/>
              <p:nvPr/>
            </p:nvSpPr>
            <p:spPr>
              <a:xfrm>
                <a:off x="197280" y="2844360"/>
                <a:ext cx="310680" cy="154080"/>
              </a:xfrm>
              <a:custGeom>
                <a:avLst/>
                <a:gdLst>
                  <a:gd name="textAreaLeft" fmla="*/ 0 w 310680"/>
                  <a:gd name="textAreaRight" fmla="*/ 311760 w 310680"/>
                  <a:gd name="textAreaTop" fmla="*/ 0 h 154080"/>
                  <a:gd name="textAreaBottom" fmla="*/ 155160 h 154080"/>
                </a:gdLst>
                <a:ahLst/>
                <a:cxnLst/>
                <a:rect l="textAreaLeft" t="textAreaTop" r="textAreaRight" b="textAreaBottom"/>
                <a:pathLst>
                  <a:path w="241934" h="120967">
                    <a:moveTo>
                      <a:pt x="134302" y="120967"/>
                    </a:moveTo>
                    <a:lnTo>
                      <a:pt x="71438" y="120967"/>
                    </a:lnTo>
                    <a:lnTo>
                      <a:pt x="70485" y="120015"/>
                    </a:lnTo>
                    <a:cubicBezTo>
                      <a:pt x="46672" y="95250"/>
                      <a:pt x="8572" y="57150"/>
                      <a:pt x="0" y="55245"/>
                    </a:cubicBezTo>
                    <a:lnTo>
                      <a:pt x="952" y="50483"/>
                    </a:lnTo>
                    <a:cubicBezTo>
                      <a:pt x="12383" y="53340"/>
                      <a:pt x="63817" y="106680"/>
                      <a:pt x="73342" y="116205"/>
                    </a:cubicBezTo>
                    <a:lnTo>
                      <a:pt x="129540" y="116205"/>
                    </a:lnTo>
                    <a:lnTo>
                      <a:pt x="129540" y="0"/>
                    </a:lnTo>
                    <a:lnTo>
                      <a:pt x="241935" y="0"/>
                    </a:lnTo>
                    <a:lnTo>
                      <a:pt x="241935" y="4763"/>
                    </a:lnTo>
                    <a:lnTo>
                      <a:pt x="134302" y="4763"/>
                    </a:lnTo>
                    <a:lnTo>
                      <a:pt x="134302" y="120967"/>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1" name="Freeform: Shape 119"/>
              <p:cNvSpPr/>
              <p:nvPr/>
            </p:nvSpPr>
            <p:spPr>
              <a:xfrm>
                <a:off x="263160" y="3147120"/>
                <a:ext cx="268200" cy="282240"/>
              </a:xfrm>
              <a:custGeom>
                <a:avLst/>
                <a:gdLst>
                  <a:gd name="textAreaLeft" fmla="*/ 0 w 268200"/>
                  <a:gd name="textAreaRight" fmla="*/ 269280 w 268200"/>
                  <a:gd name="textAreaTop" fmla="*/ 0 h 282240"/>
                  <a:gd name="textAreaBottom" fmla="*/ 283320 h 282240"/>
                </a:gdLst>
                <a:ahLst/>
                <a:cxnLst/>
                <a:rect l="textAreaLeft" t="textAreaTop" r="textAreaRight" b="textAreaBottom"/>
                <a:pathLst>
                  <a:path w="208972" h="220979">
                    <a:moveTo>
                      <a:pt x="208973" y="220980"/>
                    </a:moveTo>
                    <a:lnTo>
                      <a:pt x="112770" y="220980"/>
                    </a:lnTo>
                    <a:lnTo>
                      <a:pt x="1328" y="106680"/>
                    </a:lnTo>
                    <a:lnTo>
                      <a:pt x="1328" y="105727"/>
                    </a:lnTo>
                    <a:cubicBezTo>
                      <a:pt x="-577" y="38100"/>
                      <a:pt x="-577" y="1905"/>
                      <a:pt x="2280" y="0"/>
                    </a:cubicBezTo>
                    <a:lnTo>
                      <a:pt x="5138" y="2857"/>
                    </a:lnTo>
                    <a:lnTo>
                      <a:pt x="3233" y="952"/>
                    </a:lnTo>
                    <a:lnTo>
                      <a:pt x="5138" y="1905"/>
                    </a:lnTo>
                    <a:cubicBezTo>
                      <a:pt x="3233" y="6667"/>
                      <a:pt x="4185" y="66675"/>
                      <a:pt x="5138" y="103822"/>
                    </a:cubicBezTo>
                    <a:lnTo>
                      <a:pt x="113723" y="215265"/>
                    </a:lnTo>
                    <a:lnTo>
                      <a:pt x="208020" y="215265"/>
                    </a:lnTo>
                    <a:lnTo>
                      <a:pt x="208020" y="220980"/>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2" name="Freeform: Shape 120"/>
              <p:cNvSpPr/>
              <p:nvPr/>
            </p:nvSpPr>
            <p:spPr>
              <a:xfrm>
                <a:off x="691920" y="3072600"/>
                <a:ext cx="65160" cy="179640"/>
              </a:xfrm>
              <a:custGeom>
                <a:avLst/>
                <a:gdLst>
                  <a:gd name="textAreaLeft" fmla="*/ 0 w 65160"/>
                  <a:gd name="textAreaRight" fmla="*/ 66240 w 65160"/>
                  <a:gd name="textAreaTop" fmla="*/ 0 h 179640"/>
                  <a:gd name="textAreaBottom" fmla="*/ 180720 h 179640"/>
                </a:gdLst>
                <a:ahLst/>
                <a:cxnLst/>
                <a:rect l="textAreaLeft" t="textAreaTop" r="textAreaRight" b="textAreaBottom"/>
                <a:pathLst>
                  <a:path w="51434" h="140970">
                    <a:moveTo>
                      <a:pt x="2857" y="140970"/>
                    </a:moveTo>
                    <a:lnTo>
                      <a:pt x="0" y="138113"/>
                    </a:lnTo>
                    <a:lnTo>
                      <a:pt x="46672" y="94297"/>
                    </a:lnTo>
                    <a:lnTo>
                      <a:pt x="46672" y="0"/>
                    </a:lnTo>
                    <a:lnTo>
                      <a:pt x="51435" y="0"/>
                    </a:lnTo>
                    <a:lnTo>
                      <a:pt x="51435" y="96203"/>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3" name="Freeform: Shape 121"/>
              <p:cNvSpPr/>
              <p:nvPr/>
            </p:nvSpPr>
            <p:spPr>
              <a:xfrm>
                <a:off x="849240" y="3215520"/>
                <a:ext cx="54000" cy="241920"/>
              </a:xfrm>
              <a:custGeom>
                <a:avLst/>
                <a:gdLst>
                  <a:gd name="textAreaLeft" fmla="*/ 0 w 54000"/>
                  <a:gd name="textAreaRight" fmla="*/ 55080 w 54000"/>
                  <a:gd name="textAreaTop" fmla="*/ 0 h 241920"/>
                  <a:gd name="textAreaBottom" fmla="*/ 243000 h 241920"/>
                </a:gdLst>
                <a:ahLst/>
                <a:cxnLst/>
                <a:rect l="textAreaLeft" t="textAreaTop" r="textAreaRight" b="textAreaBottom"/>
                <a:pathLst>
                  <a:path w="42862" h="189547">
                    <a:moveTo>
                      <a:pt x="3810" y="189548"/>
                    </a:moveTo>
                    <a:lnTo>
                      <a:pt x="0" y="189548"/>
                    </a:lnTo>
                    <a:lnTo>
                      <a:pt x="0" y="54292"/>
                    </a:lnTo>
                    <a:lnTo>
                      <a:pt x="39053" y="0"/>
                    </a:lnTo>
                    <a:lnTo>
                      <a:pt x="42863" y="2858"/>
                    </a:lnTo>
                    <a:lnTo>
                      <a:pt x="3810" y="5619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4" name="Freeform: Shape 122"/>
              <p:cNvSpPr/>
              <p:nvPr/>
            </p:nvSpPr>
            <p:spPr>
              <a:xfrm>
                <a:off x="910440" y="3218040"/>
                <a:ext cx="100800" cy="471600"/>
              </a:xfrm>
              <a:custGeom>
                <a:avLst/>
                <a:gdLst>
                  <a:gd name="textAreaLeft" fmla="*/ 0 w 100800"/>
                  <a:gd name="textAreaRight" fmla="*/ 101880 w 100800"/>
                  <a:gd name="textAreaTop" fmla="*/ 0 h 471600"/>
                  <a:gd name="textAreaBottom" fmla="*/ 472680 h 471600"/>
                </a:gdLst>
                <a:ahLst/>
                <a:cxnLst/>
                <a:rect l="textAreaLeft" t="textAreaTop" r="textAreaRight" b="textAreaBottom"/>
                <a:pathLst>
                  <a:path w="79057" h="368617">
                    <a:moveTo>
                      <a:pt x="4763" y="368618"/>
                    </a:moveTo>
                    <a:lnTo>
                      <a:pt x="0" y="368618"/>
                    </a:lnTo>
                    <a:lnTo>
                      <a:pt x="0" y="293370"/>
                    </a:lnTo>
                    <a:lnTo>
                      <a:pt x="74295" y="213360"/>
                    </a:lnTo>
                    <a:lnTo>
                      <a:pt x="74295" y="0"/>
                    </a:lnTo>
                    <a:lnTo>
                      <a:pt x="79058" y="0"/>
                    </a:lnTo>
                    <a:lnTo>
                      <a:pt x="79058" y="215265"/>
                    </a:lnTo>
                    <a:lnTo>
                      <a:pt x="4763" y="295275"/>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5" name="Freeform: Shape 123"/>
              <p:cNvSpPr/>
              <p:nvPr/>
            </p:nvSpPr>
            <p:spPr>
              <a:xfrm>
                <a:off x="657720" y="3456360"/>
                <a:ext cx="87120" cy="251640"/>
              </a:xfrm>
              <a:custGeom>
                <a:avLst/>
                <a:gdLst>
                  <a:gd name="textAreaLeft" fmla="*/ 0 w 87120"/>
                  <a:gd name="textAreaRight" fmla="*/ 88200 w 87120"/>
                  <a:gd name="textAreaTop" fmla="*/ 0 h 251640"/>
                  <a:gd name="textAreaBottom" fmla="*/ 252720 h 251640"/>
                </a:gdLst>
                <a:ahLst/>
                <a:cxnLst/>
                <a:rect l="textAreaLeft" t="textAreaTop" r="textAreaRight" b="textAreaBottom"/>
                <a:pathLst>
                  <a:path w="68579" h="197167">
                    <a:moveTo>
                      <a:pt x="65722" y="197168"/>
                    </a:moveTo>
                    <a:lnTo>
                      <a:pt x="25717" y="172403"/>
                    </a:lnTo>
                    <a:lnTo>
                      <a:pt x="25717" y="46673"/>
                    </a:lnTo>
                    <a:lnTo>
                      <a:pt x="0" y="2858"/>
                    </a:lnTo>
                    <a:lnTo>
                      <a:pt x="3810" y="0"/>
                    </a:lnTo>
                    <a:lnTo>
                      <a:pt x="30480" y="45720"/>
                    </a:lnTo>
                    <a:lnTo>
                      <a:pt x="30480" y="170497"/>
                    </a:lnTo>
                    <a:lnTo>
                      <a:pt x="68580" y="19335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6" name="Freeform: Shape 124"/>
              <p:cNvSpPr/>
              <p:nvPr/>
            </p:nvSpPr>
            <p:spPr>
              <a:xfrm>
                <a:off x="835560" y="2443680"/>
                <a:ext cx="282600" cy="102600"/>
              </a:xfrm>
              <a:custGeom>
                <a:avLst/>
                <a:gdLst>
                  <a:gd name="textAreaLeft" fmla="*/ 0 w 282600"/>
                  <a:gd name="textAreaRight" fmla="*/ 283680 w 282600"/>
                  <a:gd name="textAreaTop" fmla="*/ 0 h 102600"/>
                  <a:gd name="textAreaBottom" fmla="*/ 103680 h 102600"/>
                </a:gdLst>
                <a:ahLst/>
                <a:cxnLst/>
                <a:rect l="textAreaLeft" t="textAreaTop" r="textAreaRight" b="textAreaBottom"/>
                <a:pathLst>
                  <a:path w="220027" h="80962">
                    <a:moveTo>
                      <a:pt x="144780" y="80963"/>
                    </a:moveTo>
                    <a:lnTo>
                      <a:pt x="0" y="80963"/>
                    </a:lnTo>
                    <a:lnTo>
                      <a:pt x="0" y="77153"/>
                    </a:lnTo>
                    <a:lnTo>
                      <a:pt x="142875" y="77153"/>
                    </a:lnTo>
                    <a:lnTo>
                      <a:pt x="216217" y="0"/>
                    </a:lnTo>
                    <a:lnTo>
                      <a:pt x="220027" y="2858"/>
                    </a:ln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nvGrpSpPr>
              <p:cNvPr id="237" name="Graphic 3"/>
              <p:cNvGrpSpPr/>
              <p:nvPr/>
            </p:nvGrpSpPr>
            <p:grpSpPr>
              <a:xfrm>
                <a:off x="1098360" y="1793520"/>
                <a:ext cx="89640" cy="89280"/>
                <a:chOff x="1098360" y="1793520"/>
                <a:chExt cx="89640" cy="89280"/>
              </a:xfrm>
            </p:grpSpPr>
            <p:sp>
              <p:nvSpPr>
                <p:cNvPr id="238" name="Freeform: Shape 455"/>
                <p:cNvSpPr/>
                <p:nvPr/>
              </p:nvSpPr>
              <p:spPr>
                <a:xfrm>
                  <a:off x="1119240" y="181440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7"/>
                        <a:pt x="0" y="19050"/>
                      </a:cubicBezTo>
                      <a:cubicBezTo>
                        <a:pt x="0" y="8573"/>
                        <a:pt x="8573" y="0"/>
                        <a:pt x="19050" y="0"/>
                      </a:cubicBezTo>
                      <a:cubicBezTo>
                        <a:pt x="29528" y="0"/>
                        <a:pt x="38100" y="8573"/>
                        <a:pt x="38100" y="19050"/>
                      </a:cubicBezTo>
                      <a:cubicBezTo>
                        <a:pt x="38100" y="29527"/>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2385" y="11430"/>
                        <a:pt x="26670"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39" name="Freeform: Shape 456"/>
                <p:cNvSpPr/>
                <p:nvPr/>
              </p:nvSpPr>
              <p:spPr>
                <a:xfrm>
                  <a:off x="1110600" y="180576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86" h="51434">
                      <a:moveTo>
                        <a:pt x="25717" y="51435"/>
                      </a:moveTo>
                      <a:cubicBezTo>
                        <a:pt x="11430" y="51435"/>
                        <a:pt x="0" y="40005"/>
                        <a:pt x="0" y="25717"/>
                      </a:cubicBezTo>
                      <a:cubicBezTo>
                        <a:pt x="0" y="11430"/>
                        <a:pt x="11430" y="0"/>
                        <a:pt x="25717" y="0"/>
                      </a:cubicBezTo>
                      <a:cubicBezTo>
                        <a:pt x="40005" y="0"/>
                        <a:pt x="51435" y="11430"/>
                        <a:pt x="51435" y="25717"/>
                      </a:cubicBezTo>
                      <a:cubicBezTo>
                        <a:pt x="52388" y="40005"/>
                        <a:pt x="40005" y="51435"/>
                        <a:pt x="25717" y="51435"/>
                      </a:cubicBezTo>
                      <a:close/>
                      <a:moveTo>
                        <a:pt x="25717" y="7620"/>
                      </a:moveTo>
                      <a:cubicBezTo>
                        <a:pt x="16192" y="7620"/>
                        <a:pt x="8573" y="15240"/>
                        <a:pt x="8573" y="24765"/>
                      </a:cubicBezTo>
                      <a:cubicBezTo>
                        <a:pt x="8573" y="34290"/>
                        <a:pt x="16192" y="41910"/>
                        <a:pt x="25717" y="41910"/>
                      </a:cubicBezTo>
                      <a:cubicBezTo>
                        <a:pt x="35242" y="41910"/>
                        <a:pt x="42863" y="34290"/>
                        <a:pt x="42863" y="24765"/>
                      </a:cubicBezTo>
                      <a:cubicBezTo>
                        <a:pt x="42863" y="15240"/>
                        <a:pt x="35242" y="7620"/>
                        <a:pt x="25717"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40" name="Freeform: Shape 457"/>
                <p:cNvSpPr/>
                <p:nvPr/>
              </p:nvSpPr>
              <p:spPr>
                <a:xfrm>
                  <a:off x="1098360" y="179352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5"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5245" y="70485"/>
                        <a:pt x="35242" y="70485"/>
                      </a:cubicBezTo>
                      <a:close/>
                      <a:moveTo>
                        <a:pt x="35242" y="11430"/>
                      </a:moveTo>
                      <a:cubicBezTo>
                        <a:pt x="21908" y="11430"/>
                        <a:pt x="11430" y="21907"/>
                        <a:pt x="11430" y="35242"/>
                      </a:cubicBezTo>
                      <a:cubicBezTo>
                        <a:pt x="11430" y="48577"/>
                        <a:pt x="21908" y="59055"/>
                        <a:pt x="35242" y="59055"/>
                      </a:cubicBezTo>
                      <a:cubicBezTo>
                        <a:pt x="48578" y="59055"/>
                        <a:pt x="59055" y="48577"/>
                        <a:pt x="59055" y="35242"/>
                      </a:cubicBezTo>
                      <a:cubicBezTo>
                        <a:pt x="59055" y="21907"/>
                        <a:pt x="48578"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41" name="Graphic 3"/>
              <p:cNvGrpSpPr/>
              <p:nvPr/>
            </p:nvGrpSpPr>
            <p:grpSpPr>
              <a:xfrm>
                <a:off x="1339920" y="1925640"/>
                <a:ext cx="89640" cy="89280"/>
                <a:chOff x="1339920" y="1925640"/>
                <a:chExt cx="89640" cy="89280"/>
              </a:xfrm>
            </p:grpSpPr>
            <p:sp>
              <p:nvSpPr>
                <p:cNvPr id="242" name="Freeform: Shape 452"/>
                <p:cNvSpPr/>
                <p:nvPr/>
              </p:nvSpPr>
              <p:spPr>
                <a:xfrm>
                  <a:off x="1360800" y="194616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2" y="38100"/>
                        <a:pt x="0" y="29527"/>
                        <a:pt x="0" y="19050"/>
                      </a:cubicBezTo>
                      <a:cubicBezTo>
                        <a:pt x="0" y="8572"/>
                        <a:pt x="8572" y="0"/>
                        <a:pt x="19050" y="0"/>
                      </a:cubicBezTo>
                      <a:cubicBezTo>
                        <a:pt x="29527" y="0"/>
                        <a:pt x="38100" y="8572"/>
                        <a:pt x="38100" y="19050"/>
                      </a:cubicBezTo>
                      <a:cubicBezTo>
                        <a:pt x="38100" y="29527"/>
                        <a:pt x="29527"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1432" y="11430"/>
                        <a:pt x="25717"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43" name="Freeform: Shape 453"/>
                <p:cNvSpPr/>
                <p:nvPr/>
              </p:nvSpPr>
              <p:spPr>
                <a:xfrm>
                  <a:off x="1352520" y="193788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5" h="51435">
                      <a:moveTo>
                        <a:pt x="25718" y="51435"/>
                      </a:moveTo>
                      <a:cubicBezTo>
                        <a:pt x="11430" y="51435"/>
                        <a:pt x="0" y="40005"/>
                        <a:pt x="0" y="25718"/>
                      </a:cubicBezTo>
                      <a:cubicBezTo>
                        <a:pt x="0" y="11430"/>
                        <a:pt x="11430" y="0"/>
                        <a:pt x="25718" y="0"/>
                      </a:cubicBezTo>
                      <a:cubicBezTo>
                        <a:pt x="40005" y="0"/>
                        <a:pt x="51435" y="11430"/>
                        <a:pt x="51435" y="25718"/>
                      </a:cubicBezTo>
                      <a:cubicBezTo>
                        <a:pt x="51435" y="40005"/>
                        <a:pt x="40005" y="51435"/>
                        <a:pt x="25718" y="51435"/>
                      </a:cubicBezTo>
                      <a:close/>
                      <a:moveTo>
                        <a:pt x="25718" y="7620"/>
                      </a:moveTo>
                      <a:cubicBezTo>
                        <a:pt x="16193" y="7620"/>
                        <a:pt x="8573" y="15240"/>
                        <a:pt x="8573" y="24765"/>
                      </a:cubicBezTo>
                      <a:cubicBezTo>
                        <a:pt x="8573" y="34290"/>
                        <a:pt x="16193" y="41910"/>
                        <a:pt x="25718" y="41910"/>
                      </a:cubicBezTo>
                      <a:cubicBezTo>
                        <a:pt x="35243" y="41910"/>
                        <a:pt x="42863" y="34290"/>
                        <a:pt x="42863" y="24765"/>
                      </a:cubicBezTo>
                      <a:cubicBezTo>
                        <a:pt x="42863" y="15240"/>
                        <a:pt x="35243" y="7620"/>
                        <a:pt x="25718"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44" name="Freeform: Shape 454"/>
                <p:cNvSpPr/>
                <p:nvPr/>
              </p:nvSpPr>
              <p:spPr>
                <a:xfrm>
                  <a:off x="1339920" y="192564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5" h="70485">
                      <a:moveTo>
                        <a:pt x="35243" y="70485"/>
                      </a:moveTo>
                      <a:cubicBezTo>
                        <a:pt x="15240" y="70485"/>
                        <a:pt x="0" y="54293"/>
                        <a:pt x="0" y="35243"/>
                      </a:cubicBezTo>
                      <a:cubicBezTo>
                        <a:pt x="0" y="15240"/>
                        <a:pt x="16193" y="0"/>
                        <a:pt x="35243" y="0"/>
                      </a:cubicBezTo>
                      <a:cubicBezTo>
                        <a:pt x="55245" y="0"/>
                        <a:pt x="70485" y="16193"/>
                        <a:pt x="70485" y="35243"/>
                      </a:cubicBezTo>
                      <a:cubicBezTo>
                        <a:pt x="70485" y="54293"/>
                        <a:pt x="54293" y="70485"/>
                        <a:pt x="35243" y="70485"/>
                      </a:cubicBezTo>
                      <a:close/>
                      <a:moveTo>
                        <a:pt x="35243" y="11430"/>
                      </a:moveTo>
                      <a:cubicBezTo>
                        <a:pt x="21908" y="11430"/>
                        <a:pt x="11430" y="21908"/>
                        <a:pt x="11430" y="35243"/>
                      </a:cubicBezTo>
                      <a:cubicBezTo>
                        <a:pt x="11430" y="48577"/>
                        <a:pt x="21908" y="59055"/>
                        <a:pt x="35243" y="59055"/>
                      </a:cubicBezTo>
                      <a:cubicBezTo>
                        <a:pt x="48578" y="59055"/>
                        <a:pt x="59055" y="48577"/>
                        <a:pt x="59055" y="35243"/>
                      </a:cubicBezTo>
                      <a:cubicBezTo>
                        <a:pt x="58103" y="21908"/>
                        <a:pt x="47625" y="11430"/>
                        <a:pt x="35243"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45" name="Graphic 3"/>
              <p:cNvGrpSpPr/>
              <p:nvPr/>
            </p:nvGrpSpPr>
            <p:grpSpPr>
              <a:xfrm>
                <a:off x="772920" y="2086920"/>
                <a:ext cx="89640" cy="89280"/>
                <a:chOff x="772920" y="2086920"/>
                <a:chExt cx="89640" cy="89280"/>
              </a:xfrm>
            </p:grpSpPr>
            <p:sp>
              <p:nvSpPr>
                <p:cNvPr id="246" name="Freeform: Shape 449"/>
                <p:cNvSpPr/>
                <p:nvPr/>
              </p:nvSpPr>
              <p:spPr>
                <a:xfrm>
                  <a:off x="793800" y="210744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8"/>
                        <a:pt x="0" y="19050"/>
                      </a:cubicBezTo>
                      <a:cubicBezTo>
                        <a:pt x="0" y="8572"/>
                        <a:pt x="8573" y="0"/>
                        <a:pt x="19050" y="0"/>
                      </a:cubicBezTo>
                      <a:cubicBezTo>
                        <a:pt x="29528" y="0"/>
                        <a:pt x="38100" y="8572"/>
                        <a:pt x="38100" y="19050"/>
                      </a:cubicBezTo>
                      <a:cubicBezTo>
                        <a:pt x="38100" y="29528"/>
                        <a:pt x="29528" y="38100"/>
                        <a:pt x="19050" y="38100"/>
                      </a:cubicBezTo>
                      <a:close/>
                      <a:moveTo>
                        <a:pt x="19050" y="6667"/>
                      </a:moveTo>
                      <a:cubicBezTo>
                        <a:pt x="12383" y="6667"/>
                        <a:pt x="6668" y="12383"/>
                        <a:pt x="6668" y="19050"/>
                      </a:cubicBezTo>
                      <a:cubicBezTo>
                        <a:pt x="6668" y="25717"/>
                        <a:pt x="12383" y="31433"/>
                        <a:pt x="19050" y="31433"/>
                      </a:cubicBezTo>
                      <a:cubicBezTo>
                        <a:pt x="25718" y="31433"/>
                        <a:pt x="31433" y="25717"/>
                        <a:pt x="31433" y="19050"/>
                      </a:cubicBezTo>
                      <a:cubicBezTo>
                        <a:pt x="31433" y="12383"/>
                        <a:pt x="25718" y="6667"/>
                        <a:pt x="19050" y="666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47" name="Freeform: Shape 450"/>
                <p:cNvSpPr/>
                <p:nvPr/>
              </p:nvSpPr>
              <p:spPr>
                <a:xfrm>
                  <a:off x="785160" y="209916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5"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3" y="16192"/>
                        <a:pt x="8573" y="25717"/>
                      </a:cubicBezTo>
                      <a:cubicBezTo>
                        <a:pt x="8573" y="35242"/>
                        <a:pt x="16192" y="42863"/>
                        <a:pt x="25717" y="42863"/>
                      </a:cubicBezTo>
                      <a:cubicBezTo>
                        <a:pt x="35242" y="42863"/>
                        <a:pt x="42863" y="35242"/>
                        <a:pt x="42863" y="25717"/>
                      </a:cubicBezTo>
                      <a:cubicBezTo>
                        <a:pt x="42863" y="16192"/>
                        <a:pt x="35242" y="8572"/>
                        <a:pt x="25717" y="857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48" name="Freeform: Shape 451"/>
                <p:cNvSpPr/>
                <p:nvPr/>
              </p:nvSpPr>
              <p:spPr>
                <a:xfrm>
                  <a:off x="772920" y="208692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5" h="70484">
                      <a:moveTo>
                        <a:pt x="35242" y="70485"/>
                      </a:moveTo>
                      <a:cubicBezTo>
                        <a:pt x="15240" y="70485"/>
                        <a:pt x="0" y="54292"/>
                        <a:pt x="0" y="35242"/>
                      </a:cubicBezTo>
                      <a:cubicBezTo>
                        <a:pt x="0" y="15240"/>
                        <a:pt x="16192" y="0"/>
                        <a:pt x="35242" y="0"/>
                      </a:cubicBezTo>
                      <a:cubicBezTo>
                        <a:pt x="54292" y="0"/>
                        <a:pt x="70485" y="16192"/>
                        <a:pt x="70485" y="35242"/>
                      </a:cubicBezTo>
                      <a:cubicBezTo>
                        <a:pt x="70485" y="55245"/>
                        <a:pt x="55245" y="70485"/>
                        <a:pt x="35242" y="70485"/>
                      </a:cubicBezTo>
                      <a:close/>
                      <a:moveTo>
                        <a:pt x="35242" y="11430"/>
                      </a:moveTo>
                      <a:cubicBezTo>
                        <a:pt x="21908" y="11430"/>
                        <a:pt x="11430" y="21908"/>
                        <a:pt x="11430" y="35242"/>
                      </a:cubicBezTo>
                      <a:cubicBezTo>
                        <a:pt x="11430" y="48577"/>
                        <a:pt x="21908" y="59055"/>
                        <a:pt x="35242" y="59055"/>
                      </a:cubicBezTo>
                      <a:cubicBezTo>
                        <a:pt x="48578" y="59055"/>
                        <a:pt x="59055" y="48577"/>
                        <a:pt x="59055" y="35242"/>
                      </a:cubicBezTo>
                      <a:cubicBezTo>
                        <a:pt x="59055" y="21908"/>
                        <a:pt x="48578"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49" name="Graphic 3"/>
              <p:cNvGrpSpPr/>
              <p:nvPr/>
            </p:nvGrpSpPr>
            <p:grpSpPr>
              <a:xfrm>
                <a:off x="1791720" y="1967040"/>
                <a:ext cx="89640" cy="89280"/>
                <a:chOff x="1791720" y="1967040"/>
                <a:chExt cx="89640" cy="89280"/>
              </a:xfrm>
            </p:grpSpPr>
            <p:sp>
              <p:nvSpPr>
                <p:cNvPr id="250" name="Freeform: Shape 446"/>
                <p:cNvSpPr/>
                <p:nvPr/>
              </p:nvSpPr>
              <p:spPr>
                <a:xfrm>
                  <a:off x="1812600" y="198792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2" y="38100"/>
                        <a:pt x="0" y="29528"/>
                        <a:pt x="0" y="19050"/>
                      </a:cubicBezTo>
                      <a:cubicBezTo>
                        <a:pt x="0" y="8573"/>
                        <a:pt x="8572"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51" name="Freeform: Shape 447"/>
                <p:cNvSpPr/>
                <p:nvPr/>
              </p:nvSpPr>
              <p:spPr>
                <a:xfrm>
                  <a:off x="1803960" y="197928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52" name="Freeform: Shape 448"/>
                <p:cNvSpPr/>
                <p:nvPr/>
              </p:nvSpPr>
              <p:spPr>
                <a:xfrm>
                  <a:off x="1791720" y="196704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2" y="70485"/>
                      </a:moveTo>
                      <a:cubicBezTo>
                        <a:pt x="15240" y="70485"/>
                        <a:pt x="0" y="54292"/>
                        <a:pt x="0" y="35242"/>
                      </a:cubicBezTo>
                      <a:cubicBezTo>
                        <a:pt x="0" y="16192"/>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7" y="59055"/>
                        <a:pt x="59055" y="48578"/>
                        <a:pt x="59055" y="35242"/>
                      </a:cubicBezTo>
                      <a:cubicBezTo>
                        <a:pt x="59055" y="21908"/>
                        <a:pt x="47625"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53" name="Graphic 3"/>
              <p:cNvGrpSpPr/>
              <p:nvPr/>
            </p:nvGrpSpPr>
            <p:grpSpPr>
              <a:xfrm>
                <a:off x="1810080" y="2296800"/>
                <a:ext cx="89640" cy="89280"/>
                <a:chOff x="1810080" y="2296800"/>
                <a:chExt cx="89640" cy="89280"/>
              </a:xfrm>
            </p:grpSpPr>
            <p:sp>
              <p:nvSpPr>
                <p:cNvPr id="254" name="Freeform: Shape 443"/>
                <p:cNvSpPr/>
                <p:nvPr/>
              </p:nvSpPr>
              <p:spPr>
                <a:xfrm>
                  <a:off x="1830960" y="231768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2" y="38100"/>
                        <a:pt x="0" y="29528"/>
                        <a:pt x="0" y="19050"/>
                      </a:cubicBezTo>
                      <a:cubicBezTo>
                        <a:pt x="0" y="8573"/>
                        <a:pt x="8572"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55" name="Freeform: Shape 444"/>
                <p:cNvSpPr/>
                <p:nvPr/>
              </p:nvSpPr>
              <p:spPr>
                <a:xfrm>
                  <a:off x="1822320" y="230904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56" name="Freeform: Shape 445"/>
                <p:cNvSpPr/>
                <p:nvPr/>
              </p:nvSpPr>
              <p:spPr>
                <a:xfrm>
                  <a:off x="1810080" y="229680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7" y="59055"/>
                        <a:pt x="59055" y="48578"/>
                        <a:pt x="59055" y="35242"/>
                      </a:cubicBezTo>
                      <a:cubicBezTo>
                        <a:pt x="58102" y="21908"/>
                        <a:pt x="47625"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57" name="Graphic 3"/>
              <p:cNvGrpSpPr/>
              <p:nvPr/>
            </p:nvGrpSpPr>
            <p:grpSpPr>
              <a:xfrm>
                <a:off x="1550160" y="2249280"/>
                <a:ext cx="89640" cy="89280"/>
                <a:chOff x="1550160" y="2249280"/>
                <a:chExt cx="89640" cy="89280"/>
              </a:xfrm>
            </p:grpSpPr>
            <p:sp>
              <p:nvSpPr>
                <p:cNvPr id="258" name="Freeform: Shape 440"/>
                <p:cNvSpPr/>
                <p:nvPr/>
              </p:nvSpPr>
              <p:spPr>
                <a:xfrm>
                  <a:off x="1571040" y="22701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172" h="38100">
                      <a:moveTo>
                        <a:pt x="19050" y="38100"/>
                      </a:moveTo>
                      <a:cubicBezTo>
                        <a:pt x="8572" y="38100"/>
                        <a:pt x="0" y="29527"/>
                        <a:pt x="0" y="19050"/>
                      </a:cubicBezTo>
                      <a:cubicBezTo>
                        <a:pt x="0" y="8572"/>
                        <a:pt x="8572" y="0"/>
                        <a:pt x="19050" y="0"/>
                      </a:cubicBezTo>
                      <a:cubicBezTo>
                        <a:pt x="29527" y="0"/>
                        <a:pt x="38100" y="8572"/>
                        <a:pt x="38100" y="19050"/>
                      </a:cubicBezTo>
                      <a:cubicBezTo>
                        <a:pt x="39052" y="29527"/>
                        <a:pt x="30480"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2385" y="11430"/>
                        <a:pt x="26670"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59" name="Freeform: Shape 441"/>
                <p:cNvSpPr/>
                <p:nvPr/>
              </p:nvSpPr>
              <p:spPr>
                <a:xfrm>
                  <a:off x="1562400" y="226152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86" h="51434">
                      <a:moveTo>
                        <a:pt x="25718" y="51435"/>
                      </a:moveTo>
                      <a:cubicBezTo>
                        <a:pt x="11430" y="51435"/>
                        <a:pt x="0" y="40005"/>
                        <a:pt x="0" y="25717"/>
                      </a:cubicBezTo>
                      <a:cubicBezTo>
                        <a:pt x="0" y="11430"/>
                        <a:pt x="11430" y="0"/>
                        <a:pt x="25718" y="0"/>
                      </a:cubicBezTo>
                      <a:cubicBezTo>
                        <a:pt x="40005" y="0"/>
                        <a:pt x="51435" y="11430"/>
                        <a:pt x="51435" y="25717"/>
                      </a:cubicBezTo>
                      <a:cubicBezTo>
                        <a:pt x="52388"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3815" y="16192"/>
                        <a:pt x="35243" y="7620"/>
                        <a:pt x="25718"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60" name="Freeform: Shape 442"/>
                <p:cNvSpPr/>
                <p:nvPr/>
              </p:nvSpPr>
              <p:spPr>
                <a:xfrm>
                  <a:off x="1550160" y="224928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524" h="70484">
                      <a:moveTo>
                        <a:pt x="35243" y="70485"/>
                      </a:moveTo>
                      <a:cubicBezTo>
                        <a:pt x="15240" y="70485"/>
                        <a:pt x="0" y="54292"/>
                        <a:pt x="0" y="35242"/>
                      </a:cubicBezTo>
                      <a:cubicBezTo>
                        <a:pt x="0" y="15240"/>
                        <a:pt x="16193" y="0"/>
                        <a:pt x="35243" y="0"/>
                      </a:cubicBezTo>
                      <a:cubicBezTo>
                        <a:pt x="54293" y="0"/>
                        <a:pt x="70485" y="16192"/>
                        <a:pt x="70485" y="35242"/>
                      </a:cubicBezTo>
                      <a:cubicBezTo>
                        <a:pt x="71438" y="54292"/>
                        <a:pt x="55245" y="70485"/>
                        <a:pt x="35243" y="70485"/>
                      </a:cubicBezTo>
                      <a:close/>
                      <a:moveTo>
                        <a:pt x="35243" y="11430"/>
                      </a:moveTo>
                      <a:cubicBezTo>
                        <a:pt x="21907" y="11430"/>
                        <a:pt x="11430" y="21907"/>
                        <a:pt x="11430" y="35242"/>
                      </a:cubicBezTo>
                      <a:cubicBezTo>
                        <a:pt x="11430" y="48577"/>
                        <a:pt x="21907" y="59055"/>
                        <a:pt x="35243" y="59055"/>
                      </a:cubicBezTo>
                      <a:cubicBezTo>
                        <a:pt x="48578" y="59055"/>
                        <a:pt x="59055" y="48577"/>
                        <a:pt x="59055" y="35242"/>
                      </a:cubicBezTo>
                      <a:cubicBezTo>
                        <a:pt x="59055" y="21907"/>
                        <a:pt x="48578" y="11430"/>
                        <a:pt x="35243"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61" name="Graphic 3"/>
              <p:cNvGrpSpPr/>
              <p:nvPr/>
            </p:nvGrpSpPr>
            <p:grpSpPr>
              <a:xfrm>
                <a:off x="1911960" y="2123280"/>
                <a:ext cx="89640" cy="89280"/>
                <a:chOff x="1911960" y="2123280"/>
                <a:chExt cx="89640" cy="89280"/>
              </a:xfrm>
            </p:grpSpPr>
            <p:sp>
              <p:nvSpPr>
                <p:cNvPr id="262" name="Freeform: Shape 437"/>
                <p:cNvSpPr/>
                <p:nvPr/>
              </p:nvSpPr>
              <p:spPr>
                <a:xfrm>
                  <a:off x="1932840" y="214416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2" y="38100"/>
                        <a:pt x="0" y="29528"/>
                        <a:pt x="0" y="19050"/>
                      </a:cubicBezTo>
                      <a:cubicBezTo>
                        <a:pt x="0" y="8572"/>
                        <a:pt x="8572" y="0"/>
                        <a:pt x="19050" y="0"/>
                      </a:cubicBezTo>
                      <a:cubicBezTo>
                        <a:pt x="29527" y="0"/>
                        <a:pt x="38100" y="8572"/>
                        <a:pt x="38100" y="19050"/>
                      </a:cubicBezTo>
                      <a:cubicBezTo>
                        <a:pt x="38100" y="29528"/>
                        <a:pt x="29527" y="38100"/>
                        <a:pt x="19050" y="38100"/>
                      </a:cubicBezTo>
                      <a:close/>
                      <a:moveTo>
                        <a:pt x="19050" y="5715"/>
                      </a:moveTo>
                      <a:cubicBezTo>
                        <a:pt x="12382" y="5715"/>
                        <a:pt x="6667" y="11430"/>
                        <a:pt x="6667" y="18097"/>
                      </a:cubicBezTo>
                      <a:cubicBezTo>
                        <a:pt x="6667" y="24765"/>
                        <a:pt x="12382" y="30480"/>
                        <a:pt x="19050" y="30480"/>
                      </a:cubicBezTo>
                      <a:cubicBezTo>
                        <a:pt x="25717" y="30480"/>
                        <a:pt x="31432" y="24765"/>
                        <a:pt x="31432" y="18097"/>
                      </a:cubicBezTo>
                      <a:cubicBezTo>
                        <a:pt x="31432" y="11430"/>
                        <a:pt x="25717"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63" name="Freeform: Shape 438"/>
                <p:cNvSpPr/>
                <p:nvPr/>
              </p:nvSpPr>
              <p:spPr>
                <a:xfrm>
                  <a:off x="1924200" y="213552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8" y="51435"/>
                      </a:moveTo>
                      <a:cubicBezTo>
                        <a:pt x="11430" y="51435"/>
                        <a:pt x="0" y="40005"/>
                        <a:pt x="0" y="25717"/>
                      </a:cubicBezTo>
                      <a:cubicBezTo>
                        <a:pt x="0" y="11430"/>
                        <a:pt x="11430" y="0"/>
                        <a:pt x="25718" y="0"/>
                      </a:cubicBezTo>
                      <a:cubicBezTo>
                        <a:pt x="40005" y="0"/>
                        <a:pt x="51435" y="11430"/>
                        <a:pt x="51435" y="25717"/>
                      </a:cubicBezTo>
                      <a:cubicBezTo>
                        <a:pt x="51435"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2863" y="15240"/>
                        <a:pt x="35243" y="7620"/>
                        <a:pt x="25718"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64" name="Freeform: Shape 439"/>
                <p:cNvSpPr/>
                <p:nvPr/>
              </p:nvSpPr>
              <p:spPr>
                <a:xfrm>
                  <a:off x="1911960" y="212328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3" y="70485"/>
                      </a:moveTo>
                      <a:cubicBezTo>
                        <a:pt x="15240" y="70485"/>
                        <a:pt x="0" y="54292"/>
                        <a:pt x="0" y="35242"/>
                      </a:cubicBezTo>
                      <a:cubicBezTo>
                        <a:pt x="0" y="15240"/>
                        <a:pt x="16193" y="0"/>
                        <a:pt x="35243" y="0"/>
                      </a:cubicBezTo>
                      <a:cubicBezTo>
                        <a:pt x="55245" y="0"/>
                        <a:pt x="70485" y="16192"/>
                        <a:pt x="70485" y="35242"/>
                      </a:cubicBezTo>
                      <a:cubicBezTo>
                        <a:pt x="70485" y="54292"/>
                        <a:pt x="55245" y="70485"/>
                        <a:pt x="35243" y="70485"/>
                      </a:cubicBezTo>
                      <a:close/>
                      <a:moveTo>
                        <a:pt x="35243" y="11430"/>
                      </a:moveTo>
                      <a:cubicBezTo>
                        <a:pt x="21907" y="11430"/>
                        <a:pt x="11430" y="21908"/>
                        <a:pt x="11430" y="35242"/>
                      </a:cubicBezTo>
                      <a:cubicBezTo>
                        <a:pt x="11430" y="48577"/>
                        <a:pt x="21907" y="59055"/>
                        <a:pt x="35243" y="59055"/>
                      </a:cubicBezTo>
                      <a:cubicBezTo>
                        <a:pt x="48578" y="59055"/>
                        <a:pt x="59055" y="48577"/>
                        <a:pt x="59055" y="35242"/>
                      </a:cubicBezTo>
                      <a:cubicBezTo>
                        <a:pt x="59055" y="21908"/>
                        <a:pt x="48578" y="11430"/>
                        <a:pt x="35243"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65" name="Graphic 3"/>
              <p:cNvGrpSpPr/>
              <p:nvPr/>
            </p:nvGrpSpPr>
            <p:grpSpPr>
              <a:xfrm>
                <a:off x="2183400" y="2441160"/>
                <a:ext cx="89640" cy="89280"/>
                <a:chOff x="2183400" y="2441160"/>
                <a:chExt cx="89640" cy="89280"/>
              </a:xfrm>
            </p:grpSpPr>
            <p:sp>
              <p:nvSpPr>
                <p:cNvPr id="266" name="Freeform: Shape 434"/>
                <p:cNvSpPr/>
                <p:nvPr/>
              </p:nvSpPr>
              <p:spPr>
                <a:xfrm>
                  <a:off x="2204280" y="246168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8"/>
                        <a:pt x="0" y="19050"/>
                      </a:cubicBezTo>
                      <a:cubicBezTo>
                        <a:pt x="0" y="8572"/>
                        <a:pt x="8573" y="0"/>
                        <a:pt x="19050" y="0"/>
                      </a:cubicBezTo>
                      <a:cubicBezTo>
                        <a:pt x="29528" y="0"/>
                        <a:pt x="38100" y="8572"/>
                        <a:pt x="38100" y="19050"/>
                      </a:cubicBezTo>
                      <a:cubicBezTo>
                        <a:pt x="38100" y="29528"/>
                        <a:pt x="29528" y="38100"/>
                        <a:pt x="19050" y="38100"/>
                      </a:cubicBezTo>
                      <a:close/>
                      <a:moveTo>
                        <a:pt x="19050" y="5715"/>
                      </a:moveTo>
                      <a:cubicBezTo>
                        <a:pt x="12383" y="5715"/>
                        <a:pt x="6668" y="11430"/>
                        <a:pt x="6668" y="18097"/>
                      </a:cubicBezTo>
                      <a:cubicBezTo>
                        <a:pt x="6668" y="24765"/>
                        <a:pt x="12383" y="30480"/>
                        <a:pt x="19050" y="30480"/>
                      </a:cubicBezTo>
                      <a:cubicBezTo>
                        <a:pt x="25718" y="30480"/>
                        <a:pt x="31433" y="24765"/>
                        <a:pt x="31433" y="18097"/>
                      </a:cubicBezTo>
                      <a:cubicBezTo>
                        <a:pt x="31433" y="11430"/>
                        <a:pt x="25718"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67" name="Freeform: Shape 435"/>
                <p:cNvSpPr/>
                <p:nvPr/>
              </p:nvSpPr>
              <p:spPr>
                <a:xfrm>
                  <a:off x="2195640" y="245340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7620"/>
                      </a:moveTo>
                      <a:cubicBezTo>
                        <a:pt x="16192" y="7620"/>
                        <a:pt x="8572" y="15240"/>
                        <a:pt x="8572" y="24765"/>
                      </a:cubicBezTo>
                      <a:cubicBezTo>
                        <a:pt x="8572" y="34290"/>
                        <a:pt x="16192" y="41910"/>
                        <a:pt x="25717" y="41910"/>
                      </a:cubicBezTo>
                      <a:cubicBezTo>
                        <a:pt x="35242" y="41910"/>
                        <a:pt x="42863" y="34290"/>
                        <a:pt x="42863" y="24765"/>
                      </a:cubicBezTo>
                      <a:cubicBezTo>
                        <a:pt x="42863" y="16192"/>
                        <a:pt x="35242" y="7620"/>
                        <a:pt x="25717"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68" name="Freeform: Shape 436"/>
                <p:cNvSpPr/>
                <p:nvPr/>
              </p:nvSpPr>
              <p:spPr>
                <a:xfrm>
                  <a:off x="2183400" y="244116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7"/>
                        <a:pt x="21907" y="59055"/>
                        <a:pt x="35242" y="59055"/>
                      </a:cubicBezTo>
                      <a:cubicBezTo>
                        <a:pt x="48578" y="59055"/>
                        <a:pt x="59055" y="48577"/>
                        <a:pt x="59055" y="35242"/>
                      </a:cubicBezTo>
                      <a:cubicBezTo>
                        <a:pt x="59055" y="21908"/>
                        <a:pt x="48578"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69" name="Graphic 3"/>
              <p:cNvGrpSpPr/>
              <p:nvPr/>
            </p:nvGrpSpPr>
            <p:grpSpPr>
              <a:xfrm>
                <a:off x="1839600" y="2626920"/>
                <a:ext cx="89640" cy="89280"/>
                <a:chOff x="1839600" y="2626920"/>
                <a:chExt cx="89640" cy="89280"/>
              </a:xfrm>
            </p:grpSpPr>
            <p:sp>
              <p:nvSpPr>
                <p:cNvPr id="270" name="Freeform: Shape 431"/>
                <p:cNvSpPr/>
                <p:nvPr/>
              </p:nvSpPr>
              <p:spPr>
                <a:xfrm>
                  <a:off x="1860480" y="264744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6667"/>
                      </a:moveTo>
                      <a:cubicBezTo>
                        <a:pt x="12383" y="6667"/>
                        <a:pt x="6668" y="12383"/>
                        <a:pt x="6668" y="19050"/>
                      </a:cubicBezTo>
                      <a:cubicBezTo>
                        <a:pt x="6668" y="25717"/>
                        <a:pt x="12383" y="31433"/>
                        <a:pt x="19050" y="31433"/>
                      </a:cubicBezTo>
                      <a:cubicBezTo>
                        <a:pt x="25718" y="31433"/>
                        <a:pt x="31433" y="25717"/>
                        <a:pt x="31433" y="19050"/>
                      </a:cubicBezTo>
                      <a:cubicBezTo>
                        <a:pt x="32385" y="12383"/>
                        <a:pt x="25718" y="6667"/>
                        <a:pt x="19050" y="666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71" name="Freeform: Shape 432"/>
                <p:cNvSpPr/>
                <p:nvPr/>
              </p:nvSpPr>
              <p:spPr>
                <a:xfrm>
                  <a:off x="1851840" y="263880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72" name="Freeform: Shape 433"/>
                <p:cNvSpPr/>
                <p:nvPr/>
              </p:nvSpPr>
              <p:spPr>
                <a:xfrm>
                  <a:off x="1839600" y="262692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5245" y="70485"/>
                        <a:pt x="35242" y="70485"/>
                      </a:cubicBezTo>
                      <a:close/>
                      <a:moveTo>
                        <a:pt x="35242" y="11430"/>
                      </a:moveTo>
                      <a:cubicBezTo>
                        <a:pt x="21907" y="11430"/>
                        <a:pt x="11430" y="21908"/>
                        <a:pt x="11430" y="35242"/>
                      </a:cubicBezTo>
                      <a:cubicBezTo>
                        <a:pt x="11430" y="48578"/>
                        <a:pt x="21907" y="59055"/>
                        <a:pt x="35242" y="59055"/>
                      </a:cubicBezTo>
                      <a:cubicBezTo>
                        <a:pt x="48578" y="59055"/>
                        <a:pt x="59055" y="48578"/>
                        <a:pt x="59055" y="35242"/>
                      </a:cubicBezTo>
                      <a:cubicBezTo>
                        <a:pt x="59055" y="21908"/>
                        <a:pt x="48578"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73" name="Graphic 3"/>
              <p:cNvGrpSpPr/>
              <p:nvPr/>
            </p:nvGrpSpPr>
            <p:grpSpPr>
              <a:xfrm>
                <a:off x="1568520" y="2740320"/>
                <a:ext cx="89640" cy="89280"/>
                <a:chOff x="1568520" y="2740320"/>
                <a:chExt cx="89640" cy="89280"/>
              </a:xfrm>
            </p:grpSpPr>
            <p:sp>
              <p:nvSpPr>
                <p:cNvPr id="274" name="Freeform: Shape 428"/>
                <p:cNvSpPr/>
                <p:nvPr/>
              </p:nvSpPr>
              <p:spPr>
                <a:xfrm>
                  <a:off x="1589400" y="276120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2" y="38100"/>
                        <a:pt x="0" y="29528"/>
                        <a:pt x="0" y="19050"/>
                      </a:cubicBezTo>
                      <a:cubicBezTo>
                        <a:pt x="0" y="8572"/>
                        <a:pt x="8572" y="0"/>
                        <a:pt x="19050" y="0"/>
                      </a:cubicBezTo>
                      <a:cubicBezTo>
                        <a:pt x="29527" y="0"/>
                        <a:pt x="38100" y="8572"/>
                        <a:pt x="38100" y="19050"/>
                      </a:cubicBezTo>
                      <a:cubicBezTo>
                        <a:pt x="38100" y="29528"/>
                        <a:pt x="29527" y="38100"/>
                        <a:pt x="19050" y="38100"/>
                      </a:cubicBezTo>
                      <a:close/>
                      <a:moveTo>
                        <a:pt x="19050" y="6667"/>
                      </a:moveTo>
                      <a:cubicBezTo>
                        <a:pt x="12382" y="6667"/>
                        <a:pt x="6667" y="12383"/>
                        <a:pt x="6667" y="19050"/>
                      </a:cubicBezTo>
                      <a:cubicBezTo>
                        <a:pt x="6667" y="25717"/>
                        <a:pt x="12382" y="31433"/>
                        <a:pt x="19050" y="31433"/>
                      </a:cubicBezTo>
                      <a:cubicBezTo>
                        <a:pt x="25717" y="31433"/>
                        <a:pt x="31432" y="25717"/>
                        <a:pt x="31432" y="19050"/>
                      </a:cubicBezTo>
                      <a:cubicBezTo>
                        <a:pt x="31432" y="12383"/>
                        <a:pt x="26670" y="6667"/>
                        <a:pt x="19050" y="666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75" name="Freeform: Shape 429"/>
                <p:cNvSpPr/>
                <p:nvPr/>
              </p:nvSpPr>
              <p:spPr>
                <a:xfrm>
                  <a:off x="1580760" y="275364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5">
                      <a:moveTo>
                        <a:pt x="25718" y="51435"/>
                      </a:moveTo>
                      <a:cubicBezTo>
                        <a:pt x="11430" y="51435"/>
                        <a:pt x="0" y="40005"/>
                        <a:pt x="0" y="25718"/>
                      </a:cubicBezTo>
                      <a:cubicBezTo>
                        <a:pt x="0" y="11430"/>
                        <a:pt x="11430" y="0"/>
                        <a:pt x="25718" y="0"/>
                      </a:cubicBezTo>
                      <a:cubicBezTo>
                        <a:pt x="40005" y="0"/>
                        <a:pt x="51435" y="11430"/>
                        <a:pt x="51435" y="25718"/>
                      </a:cubicBezTo>
                      <a:cubicBezTo>
                        <a:pt x="51435" y="40005"/>
                        <a:pt x="40005" y="51435"/>
                        <a:pt x="25718" y="51435"/>
                      </a:cubicBezTo>
                      <a:close/>
                      <a:moveTo>
                        <a:pt x="25718" y="7620"/>
                      </a:moveTo>
                      <a:cubicBezTo>
                        <a:pt x="16193" y="7620"/>
                        <a:pt x="8572" y="15240"/>
                        <a:pt x="8572" y="24765"/>
                      </a:cubicBezTo>
                      <a:cubicBezTo>
                        <a:pt x="8572" y="34290"/>
                        <a:pt x="16193" y="41910"/>
                        <a:pt x="25718" y="41910"/>
                      </a:cubicBezTo>
                      <a:cubicBezTo>
                        <a:pt x="35243" y="41910"/>
                        <a:pt x="42863" y="34290"/>
                        <a:pt x="42863" y="24765"/>
                      </a:cubicBezTo>
                      <a:cubicBezTo>
                        <a:pt x="42863" y="15240"/>
                        <a:pt x="35243" y="7620"/>
                        <a:pt x="25718"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76" name="Freeform: Shape 430"/>
                <p:cNvSpPr/>
                <p:nvPr/>
              </p:nvSpPr>
              <p:spPr>
                <a:xfrm>
                  <a:off x="1568520" y="274032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3" y="70485"/>
                      </a:moveTo>
                      <a:cubicBezTo>
                        <a:pt x="15240" y="70485"/>
                        <a:pt x="0" y="54292"/>
                        <a:pt x="0" y="35242"/>
                      </a:cubicBezTo>
                      <a:cubicBezTo>
                        <a:pt x="0" y="15240"/>
                        <a:pt x="16193" y="0"/>
                        <a:pt x="35243" y="0"/>
                      </a:cubicBezTo>
                      <a:cubicBezTo>
                        <a:pt x="55245" y="0"/>
                        <a:pt x="70485" y="16192"/>
                        <a:pt x="70485" y="35242"/>
                      </a:cubicBezTo>
                      <a:cubicBezTo>
                        <a:pt x="70485" y="55245"/>
                        <a:pt x="55245" y="70485"/>
                        <a:pt x="35243" y="70485"/>
                      </a:cubicBezTo>
                      <a:close/>
                      <a:moveTo>
                        <a:pt x="35243" y="11430"/>
                      </a:moveTo>
                      <a:cubicBezTo>
                        <a:pt x="21907" y="11430"/>
                        <a:pt x="11430" y="21908"/>
                        <a:pt x="11430" y="35242"/>
                      </a:cubicBezTo>
                      <a:cubicBezTo>
                        <a:pt x="11430" y="48577"/>
                        <a:pt x="21907" y="59055"/>
                        <a:pt x="35243" y="59055"/>
                      </a:cubicBezTo>
                      <a:cubicBezTo>
                        <a:pt x="48578" y="59055"/>
                        <a:pt x="59055" y="48577"/>
                        <a:pt x="59055" y="35242"/>
                      </a:cubicBezTo>
                      <a:cubicBezTo>
                        <a:pt x="59055" y="21908"/>
                        <a:pt x="48578" y="11430"/>
                        <a:pt x="35243"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77" name="Graphic 3"/>
              <p:cNvGrpSpPr/>
              <p:nvPr/>
            </p:nvGrpSpPr>
            <p:grpSpPr>
              <a:xfrm>
                <a:off x="1514520" y="2638800"/>
                <a:ext cx="89640" cy="89280"/>
                <a:chOff x="1514520" y="2638800"/>
                <a:chExt cx="89640" cy="89280"/>
              </a:xfrm>
            </p:grpSpPr>
            <p:sp>
              <p:nvSpPr>
                <p:cNvPr id="278" name="Freeform: Shape 425"/>
                <p:cNvSpPr/>
                <p:nvPr/>
              </p:nvSpPr>
              <p:spPr>
                <a:xfrm>
                  <a:off x="1535400" y="265968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5715"/>
                      </a:moveTo>
                      <a:cubicBezTo>
                        <a:pt x="12383" y="5715"/>
                        <a:pt x="6668" y="11430"/>
                        <a:pt x="6668" y="18098"/>
                      </a:cubicBezTo>
                      <a:cubicBezTo>
                        <a:pt x="6668" y="24765"/>
                        <a:pt x="12383" y="30480"/>
                        <a:pt x="19050" y="30480"/>
                      </a:cubicBezTo>
                      <a:cubicBezTo>
                        <a:pt x="25718" y="30480"/>
                        <a:pt x="31433" y="24765"/>
                        <a:pt x="31433" y="18098"/>
                      </a:cubicBezTo>
                      <a:cubicBezTo>
                        <a:pt x="31433" y="11430"/>
                        <a:pt x="25718" y="5715"/>
                        <a:pt x="19050" y="571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79" name="Freeform: Shape 426"/>
                <p:cNvSpPr/>
                <p:nvPr/>
              </p:nvSpPr>
              <p:spPr>
                <a:xfrm>
                  <a:off x="1526760" y="265104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40005"/>
                        <a:pt x="40005" y="51435"/>
                        <a:pt x="25717" y="51435"/>
                      </a:cubicBezTo>
                      <a:close/>
                      <a:moveTo>
                        <a:pt x="25717" y="8572"/>
                      </a:moveTo>
                      <a:cubicBezTo>
                        <a:pt x="16192" y="8572"/>
                        <a:pt x="8572" y="16192"/>
                        <a:pt x="8572" y="25717"/>
                      </a:cubicBezTo>
                      <a:cubicBezTo>
                        <a:pt x="8572" y="35242"/>
                        <a:pt x="16192" y="42863"/>
                        <a:pt x="25717" y="42863"/>
                      </a:cubicBezTo>
                      <a:cubicBezTo>
                        <a:pt x="35242" y="42863"/>
                        <a:pt x="42863" y="35242"/>
                        <a:pt x="42863" y="25717"/>
                      </a:cubicBezTo>
                      <a:cubicBezTo>
                        <a:pt x="42863" y="16192"/>
                        <a:pt x="35242" y="8572"/>
                        <a:pt x="25717" y="857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80" name="Freeform: Shape 427"/>
                <p:cNvSpPr/>
                <p:nvPr/>
              </p:nvSpPr>
              <p:spPr>
                <a:xfrm>
                  <a:off x="1514520" y="263880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4">
                      <a:moveTo>
                        <a:pt x="35242" y="70485"/>
                      </a:moveTo>
                      <a:cubicBezTo>
                        <a:pt x="15240" y="70485"/>
                        <a:pt x="0" y="54292"/>
                        <a:pt x="0" y="35242"/>
                      </a:cubicBezTo>
                      <a:cubicBezTo>
                        <a:pt x="0" y="15240"/>
                        <a:pt x="16192" y="0"/>
                        <a:pt x="35242" y="0"/>
                      </a:cubicBezTo>
                      <a:cubicBezTo>
                        <a:pt x="55245" y="0"/>
                        <a:pt x="70485" y="16192"/>
                        <a:pt x="70485" y="35242"/>
                      </a:cubicBezTo>
                      <a:cubicBezTo>
                        <a:pt x="70485" y="54292"/>
                        <a:pt x="54292" y="70485"/>
                        <a:pt x="35242" y="70485"/>
                      </a:cubicBezTo>
                      <a:close/>
                      <a:moveTo>
                        <a:pt x="35242" y="11430"/>
                      </a:moveTo>
                      <a:cubicBezTo>
                        <a:pt x="21907" y="11430"/>
                        <a:pt x="11430" y="21908"/>
                        <a:pt x="11430" y="35242"/>
                      </a:cubicBezTo>
                      <a:cubicBezTo>
                        <a:pt x="11430" y="48578"/>
                        <a:pt x="21907" y="59055"/>
                        <a:pt x="35242" y="59055"/>
                      </a:cubicBezTo>
                      <a:cubicBezTo>
                        <a:pt x="48578" y="59055"/>
                        <a:pt x="59055" y="48578"/>
                        <a:pt x="59055" y="35242"/>
                      </a:cubicBezTo>
                      <a:cubicBezTo>
                        <a:pt x="59055" y="21908"/>
                        <a:pt x="48578"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81" name="Graphic 3"/>
              <p:cNvGrpSpPr/>
              <p:nvPr/>
            </p:nvGrpSpPr>
            <p:grpSpPr>
              <a:xfrm>
                <a:off x="1267560" y="2476440"/>
                <a:ext cx="89640" cy="89280"/>
                <a:chOff x="1267560" y="2476440"/>
                <a:chExt cx="89640" cy="89280"/>
              </a:xfrm>
            </p:grpSpPr>
            <p:sp>
              <p:nvSpPr>
                <p:cNvPr id="282" name="Freeform: Shape 422"/>
                <p:cNvSpPr/>
                <p:nvPr/>
              </p:nvSpPr>
              <p:spPr>
                <a:xfrm>
                  <a:off x="1288440" y="2497320"/>
                  <a:ext cx="47880" cy="47880"/>
                </a:xfrm>
                <a:custGeom>
                  <a:avLst/>
                  <a:gdLst>
                    <a:gd name="textAreaLeft" fmla="*/ 0 w 47880"/>
                    <a:gd name="textAreaRight" fmla="*/ 48960 w 47880"/>
                    <a:gd name="textAreaTop" fmla="*/ 0 h 47880"/>
                    <a:gd name="textAreaBottom" fmla="*/ 48960 h 47880"/>
                  </a:gdLst>
                  <a:ahLst/>
                  <a:cxnLst/>
                  <a:rect l="textAreaLeft" t="textAreaTop" r="textAreaRight" b="textAreaBottom"/>
                  <a:pathLst>
                    <a:path w="38100" h="38100">
                      <a:moveTo>
                        <a:pt x="19050" y="38100"/>
                      </a:moveTo>
                      <a:cubicBezTo>
                        <a:pt x="8573" y="38100"/>
                        <a:pt x="0" y="29528"/>
                        <a:pt x="0" y="19050"/>
                      </a:cubicBezTo>
                      <a:cubicBezTo>
                        <a:pt x="0" y="8573"/>
                        <a:pt x="8573" y="0"/>
                        <a:pt x="19050" y="0"/>
                      </a:cubicBezTo>
                      <a:cubicBezTo>
                        <a:pt x="29528" y="0"/>
                        <a:pt x="38100" y="8573"/>
                        <a:pt x="38100" y="19050"/>
                      </a:cubicBezTo>
                      <a:cubicBezTo>
                        <a:pt x="38100" y="29528"/>
                        <a:pt x="29528" y="38100"/>
                        <a:pt x="19050" y="38100"/>
                      </a:cubicBezTo>
                      <a:close/>
                      <a:moveTo>
                        <a:pt x="19050" y="6668"/>
                      </a:moveTo>
                      <a:cubicBezTo>
                        <a:pt x="12383" y="6668"/>
                        <a:pt x="6667" y="12383"/>
                        <a:pt x="6667" y="19050"/>
                      </a:cubicBezTo>
                      <a:cubicBezTo>
                        <a:pt x="6667" y="25718"/>
                        <a:pt x="12383" y="31433"/>
                        <a:pt x="19050" y="31433"/>
                      </a:cubicBezTo>
                      <a:cubicBezTo>
                        <a:pt x="25717" y="31433"/>
                        <a:pt x="31433" y="25718"/>
                        <a:pt x="31433" y="19050"/>
                      </a:cubicBezTo>
                      <a:cubicBezTo>
                        <a:pt x="31433" y="12383"/>
                        <a:pt x="25717" y="6668"/>
                        <a:pt x="19050" y="666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83" name="Freeform: Shape 423"/>
                <p:cNvSpPr/>
                <p:nvPr/>
              </p:nvSpPr>
              <p:spPr>
                <a:xfrm>
                  <a:off x="1279800" y="2489760"/>
                  <a:ext cx="65160" cy="64800"/>
                </a:xfrm>
                <a:custGeom>
                  <a:avLst/>
                  <a:gdLst>
                    <a:gd name="textAreaLeft" fmla="*/ 0 w 65160"/>
                    <a:gd name="textAreaRight" fmla="*/ 66240 w 65160"/>
                    <a:gd name="textAreaTop" fmla="*/ 0 h 64800"/>
                    <a:gd name="textAreaBottom" fmla="*/ 65880 h 64800"/>
                  </a:gdLst>
                  <a:ahLst/>
                  <a:cxnLst/>
                  <a:rect l="textAreaLeft" t="textAreaTop" r="textAreaRight" b="textAreaBottom"/>
                  <a:pathLst>
                    <a:path w="51434" h="51434">
                      <a:moveTo>
                        <a:pt x="25717" y="51435"/>
                      </a:moveTo>
                      <a:cubicBezTo>
                        <a:pt x="11430" y="51435"/>
                        <a:pt x="0" y="40005"/>
                        <a:pt x="0" y="25717"/>
                      </a:cubicBezTo>
                      <a:cubicBezTo>
                        <a:pt x="0" y="11430"/>
                        <a:pt x="11430" y="0"/>
                        <a:pt x="25717" y="0"/>
                      </a:cubicBezTo>
                      <a:cubicBezTo>
                        <a:pt x="40005" y="0"/>
                        <a:pt x="51435" y="11430"/>
                        <a:pt x="51435" y="25717"/>
                      </a:cubicBezTo>
                      <a:cubicBezTo>
                        <a:pt x="51435" y="39052"/>
                        <a:pt x="40005" y="51435"/>
                        <a:pt x="25717" y="51435"/>
                      </a:cubicBezTo>
                      <a:close/>
                      <a:moveTo>
                        <a:pt x="25717" y="7620"/>
                      </a:moveTo>
                      <a:cubicBezTo>
                        <a:pt x="16192" y="7620"/>
                        <a:pt x="8572" y="15240"/>
                        <a:pt x="8572" y="24765"/>
                      </a:cubicBezTo>
                      <a:cubicBezTo>
                        <a:pt x="8572" y="34290"/>
                        <a:pt x="16192" y="41910"/>
                        <a:pt x="25717" y="41910"/>
                      </a:cubicBezTo>
                      <a:cubicBezTo>
                        <a:pt x="35242" y="41910"/>
                        <a:pt x="42863" y="34290"/>
                        <a:pt x="42863" y="24765"/>
                      </a:cubicBezTo>
                      <a:cubicBezTo>
                        <a:pt x="42863" y="15240"/>
                        <a:pt x="35242" y="7620"/>
                        <a:pt x="25717" y="762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84" name="Freeform: Shape 424"/>
                <p:cNvSpPr/>
                <p:nvPr/>
              </p:nvSpPr>
              <p:spPr>
                <a:xfrm>
                  <a:off x="1267560" y="2476440"/>
                  <a:ext cx="89640" cy="89280"/>
                </a:xfrm>
                <a:custGeom>
                  <a:avLst/>
                  <a:gdLst>
                    <a:gd name="textAreaLeft" fmla="*/ 0 w 89640"/>
                    <a:gd name="textAreaRight" fmla="*/ 90720 w 89640"/>
                    <a:gd name="textAreaTop" fmla="*/ 0 h 89280"/>
                    <a:gd name="textAreaBottom" fmla="*/ 90360 h 89280"/>
                  </a:gdLst>
                  <a:ahLst/>
                  <a:cxnLst/>
                  <a:rect l="textAreaLeft" t="textAreaTop" r="textAreaRight" b="textAreaBottom"/>
                  <a:pathLst>
                    <a:path w="70484" h="70485">
                      <a:moveTo>
                        <a:pt x="35242" y="70485"/>
                      </a:moveTo>
                      <a:cubicBezTo>
                        <a:pt x="15240" y="70485"/>
                        <a:pt x="0" y="54292"/>
                        <a:pt x="0" y="35242"/>
                      </a:cubicBezTo>
                      <a:cubicBezTo>
                        <a:pt x="0" y="15240"/>
                        <a:pt x="16192" y="0"/>
                        <a:pt x="35242" y="0"/>
                      </a:cubicBezTo>
                      <a:cubicBezTo>
                        <a:pt x="55245" y="0"/>
                        <a:pt x="70485" y="16192"/>
                        <a:pt x="70485" y="35242"/>
                      </a:cubicBezTo>
                      <a:cubicBezTo>
                        <a:pt x="70485" y="55245"/>
                        <a:pt x="54292" y="70485"/>
                        <a:pt x="35242" y="70485"/>
                      </a:cubicBezTo>
                      <a:close/>
                      <a:moveTo>
                        <a:pt x="35242" y="11430"/>
                      </a:moveTo>
                      <a:cubicBezTo>
                        <a:pt x="21908" y="11430"/>
                        <a:pt x="11430" y="21908"/>
                        <a:pt x="11430" y="35242"/>
                      </a:cubicBezTo>
                      <a:cubicBezTo>
                        <a:pt x="11430" y="48578"/>
                        <a:pt x="21908" y="59055"/>
                        <a:pt x="35242" y="59055"/>
                      </a:cubicBezTo>
                      <a:cubicBezTo>
                        <a:pt x="48578" y="59055"/>
                        <a:pt x="59055" y="48578"/>
                        <a:pt x="59055" y="35242"/>
                      </a:cubicBezTo>
                      <a:cubicBezTo>
                        <a:pt x="58103" y="22860"/>
                        <a:pt x="47625" y="11430"/>
                        <a:pt x="35242" y="1143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85" name="Graphic 3"/>
              <p:cNvGrpSpPr/>
              <p:nvPr/>
            </p:nvGrpSpPr>
            <p:grpSpPr>
              <a:xfrm>
                <a:off x="1290960" y="2668320"/>
                <a:ext cx="91080" cy="90720"/>
                <a:chOff x="1290960" y="2668320"/>
                <a:chExt cx="91080" cy="90720"/>
              </a:xfrm>
            </p:grpSpPr>
            <p:sp>
              <p:nvSpPr>
                <p:cNvPr id="286" name="Freeform: Shape 419"/>
                <p:cNvSpPr/>
                <p:nvPr/>
              </p:nvSpPr>
              <p:spPr>
                <a:xfrm>
                  <a:off x="1311840" y="26888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9600"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87" name="Freeform: Shape 420"/>
                <p:cNvSpPr/>
                <p:nvPr/>
              </p:nvSpPr>
              <p:spPr>
                <a:xfrm>
                  <a:off x="1303200" y="268164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6" h="51490">
                      <a:moveTo>
                        <a:pt x="24821" y="51490"/>
                      </a:moveTo>
                      <a:cubicBezTo>
                        <a:pt x="10533" y="50538"/>
                        <a:pt x="-897" y="39108"/>
                        <a:pt x="55" y="24821"/>
                      </a:cubicBezTo>
                      <a:cubicBezTo>
                        <a:pt x="1008" y="10533"/>
                        <a:pt x="12438" y="-897"/>
                        <a:pt x="26726" y="56"/>
                      </a:cubicBezTo>
                      <a:cubicBezTo>
                        <a:pt x="41013" y="1008"/>
                        <a:pt x="52443" y="12438"/>
                        <a:pt x="51491" y="26726"/>
                      </a:cubicBezTo>
                      <a:cubicBezTo>
                        <a:pt x="51491" y="41013"/>
                        <a:pt x="39108" y="51490"/>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88" name="Freeform: Shape 421"/>
                <p:cNvSpPr/>
                <p:nvPr/>
              </p:nvSpPr>
              <p:spPr>
                <a:xfrm>
                  <a:off x="1290960" y="26683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3"/>
                        <a:pt x="0" y="34290"/>
                      </a:cubicBezTo>
                      <a:cubicBezTo>
                        <a:pt x="0" y="14288"/>
                        <a:pt x="17145" y="0"/>
                        <a:pt x="37148" y="0"/>
                      </a:cubicBezTo>
                      <a:cubicBezTo>
                        <a:pt x="57150" y="953"/>
                        <a:pt x="71438" y="17145"/>
                        <a:pt x="71438" y="37148"/>
                      </a:cubicBezTo>
                      <a:cubicBezTo>
                        <a:pt x="71438" y="57150"/>
                        <a:pt x="53340" y="71438"/>
                        <a:pt x="34290" y="71438"/>
                      </a:cubicBezTo>
                      <a:close/>
                      <a:moveTo>
                        <a:pt x="36195" y="12383"/>
                      </a:moveTo>
                      <a:cubicBezTo>
                        <a:pt x="22860" y="11430"/>
                        <a:pt x="12383" y="21908"/>
                        <a:pt x="11430" y="35243"/>
                      </a:cubicBezTo>
                      <a:cubicBezTo>
                        <a:pt x="10478" y="48578"/>
                        <a:pt x="20955" y="59055"/>
                        <a:pt x="34290" y="60008"/>
                      </a:cubicBezTo>
                      <a:cubicBezTo>
                        <a:pt x="47625" y="60960"/>
                        <a:pt x="58103" y="50483"/>
                        <a:pt x="59055" y="37148"/>
                      </a:cubicBezTo>
                      <a:cubicBezTo>
                        <a:pt x="60008"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89" name="Graphic 3"/>
              <p:cNvGrpSpPr/>
              <p:nvPr/>
            </p:nvGrpSpPr>
            <p:grpSpPr>
              <a:xfrm>
                <a:off x="862560" y="2649960"/>
                <a:ext cx="91080" cy="90720"/>
                <a:chOff x="862560" y="2649960"/>
                <a:chExt cx="91080" cy="90720"/>
              </a:xfrm>
            </p:grpSpPr>
            <p:sp>
              <p:nvSpPr>
                <p:cNvPr id="290" name="Freeform: Shape 416"/>
                <p:cNvSpPr/>
                <p:nvPr/>
              </p:nvSpPr>
              <p:spPr>
                <a:xfrm>
                  <a:off x="884520" y="267192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91" name="Freeform: Shape 417"/>
                <p:cNvSpPr/>
                <p:nvPr/>
              </p:nvSpPr>
              <p:spPr>
                <a:xfrm>
                  <a:off x="875880" y="266328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5">
                      <a:moveTo>
                        <a:pt x="24820" y="51490"/>
                      </a:moveTo>
                      <a:cubicBezTo>
                        <a:pt x="10533" y="50538"/>
                        <a:pt x="-897" y="39108"/>
                        <a:pt x="56" y="24821"/>
                      </a:cubicBezTo>
                      <a:cubicBezTo>
                        <a:pt x="1008" y="10533"/>
                        <a:pt x="12438" y="-897"/>
                        <a:pt x="26725" y="56"/>
                      </a:cubicBezTo>
                      <a:cubicBezTo>
                        <a:pt x="41013" y="1008"/>
                        <a:pt x="52443" y="12438"/>
                        <a:pt x="51490" y="26726"/>
                      </a:cubicBezTo>
                      <a:cubicBezTo>
                        <a:pt x="50538" y="41013"/>
                        <a:pt x="39108" y="52443"/>
                        <a:pt x="24820" y="51490"/>
                      </a:cubicBezTo>
                      <a:close/>
                      <a:moveTo>
                        <a:pt x="25773" y="7676"/>
                      </a:moveTo>
                      <a:cubicBezTo>
                        <a:pt x="16248" y="7676"/>
                        <a:pt x="7675" y="14343"/>
                        <a:pt x="7675" y="23868"/>
                      </a:cubicBezTo>
                      <a:cubicBezTo>
                        <a:pt x="7675" y="33393"/>
                        <a:pt x="14343" y="41965"/>
                        <a:pt x="23868" y="41965"/>
                      </a:cubicBezTo>
                      <a:cubicBezTo>
                        <a:pt x="33393" y="41965"/>
                        <a:pt x="41965" y="35298"/>
                        <a:pt x="41965" y="25773"/>
                      </a:cubicBezTo>
                      <a:cubicBezTo>
                        <a:pt x="42918" y="16248"/>
                        <a:pt x="35298" y="8628"/>
                        <a:pt x="25773"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92" name="Freeform: Shape 418"/>
                <p:cNvSpPr/>
                <p:nvPr/>
              </p:nvSpPr>
              <p:spPr>
                <a:xfrm>
                  <a:off x="862560" y="264996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953"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2383"/>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93" name="Graphic 3"/>
              <p:cNvGrpSpPr/>
              <p:nvPr/>
            </p:nvGrpSpPr>
            <p:grpSpPr>
              <a:xfrm>
                <a:off x="959760" y="2967480"/>
                <a:ext cx="91080" cy="90720"/>
                <a:chOff x="959760" y="2967480"/>
                <a:chExt cx="91080" cy="90720"/>
              </a:xfrm>
            </p:grpSpPr>
            <p:sp>
              <p:nvSpPr>
                <p:cNvPr id="294" name="Freeform: Shape 413"/>
                <p:cNvSpPr/>
                <p:nvPr/>
              </p:nvSpPr>
              <p:spPr>
                <a:xfrm>
                  <a:off x="980280" y="29894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6740"/>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95" name="Freeform: Shape 414"/>
                <p:cNvSpPr/>
                <p:nvPr/>
              </p:nvSpPr>
              <p:spPr>
                <a:xfrm>
                  <a:off x="971640" y="29808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5">
                      <a:moveTo>
                        <a:pt x="24821" y="51490"/>
                      </a:moveTo>
                      <a:cubicBezTo>
                        <a:pt x="10533" y="50538"/>
                        <a:pt x="-897" y="39108"/>
                        <a:pt x="55" y="24821"/>
                      </a:cubicBezTo>
                      <a:cubicBezTo>
                        <a:pt x="1008" y="10533"/>
                        <a:pt x="12438" y="-897"/>
                        <a:pt x="26726" y="56"/>
                      </a:cubicBezTo>
                      <a:cubicBezTo>
                        <a:pt x="41013" y="1008"/>
                        <a:pt x="52443" y="12438"/>
                        <a:pt x="51491" y="26726"/>
                      </a:cubicBezTo>
                      <a:cubicBezTo>
                        <a:pt x="51491" y="41013"/>
                        <a:pt x="39108" y="52443"/>
                        <a:pt x="24821" y="51490"/>
                      </a:cubicBezTo>
                      <a:close/>
                      <a:moveTo>
                        <a:pt x="26726" y="8628"/>
                      </a:moveTo>
                      <a:cubicBezTo>
                        <a:pt x="17201" y="8628"/>
                        <a:pt x="8628" y="15296"/>
                        <a:pt x="8628" y="24821"/>
                      </a:cubicBezTo>
                      <a:cubicBezTo>
                        <a:pt x="8628" y="34346"/>
                        <a:pt x="15296" y="42918"/>
                        <a:pt x="24821" y="42918"/>
                      </a:cubicBezTo>
                      <a:cubicBezTo>
                        <a:pt x="34346" y="42918"/>
                        <a:pt x="42918" y="36251"/>
                        <a:pt x="42918" y="26726"/>
                      </a:cubicBezTo>
                      <a:cubicBezTo>
                        <a:pt x="43871" y="17201"/>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96" name="Freeform: Shape 415"/>
                <p:cNvSpPr/>
                <p:nvPr/>
              </p:nvSpPr>
              <p:spPr>
                <a:xfrm>
                  <a:off x="959760" y="29674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953" y="14288"/>
                        <a:pt x="17145" y="0"/>
                        <a:pt x="37148" y="0"/>
                      </a:cubicBezTo>
                      <a:cubicBezTo>
                        <a:pt x="57150" y="0"/>
                        <a:pt x="71438" y="17145"/>
                        <a:pt x="71438" y="37148"/>
                      </a:cubicBezTo>
                      <a:cubicBezTo>
                        <a:pt x="71438" y="57150"/>
                        <a:pt x="53340" y="72390"/>
                        <a:pt x="34290" y="71438"/>
                      </a:cubicBezTo>
                      <a:close/>
                      <a:moveTo>
                        <a:pt x="36195" y="12383"/>
                      </a:moveTo>
                      <a:cubicBezTo>
                        <a:pt x="22860" y="11430"/>
                        <a:pt x="12383" y="21908"/>
                        <a:pt x="11430" y="35243"/>
                      </a:cubicBezTo>
                      <a:cubicBezTo>
                        <a:pt x="10478" y="48578"/>
                        <a:pt x="20955" y="59055"/>
                        <a:pt x="34290" y="60008"/>
                      </a:cubicBezTo>
                      <a:cubicBezTo>
                        <a:pt x="47625" y="60960"/>
                        <a:pt x="58103" y="50483"/>
                        <a:pt x="59055" y="37148"/>
                      </a:cubicBezTo>
                      <a:cubicBezTo>
                        <a:pt x="60008" y="23813"/>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297" name="Graphic 3"/>
              <p:cNvGrpSpPr/>
              <p:nvPr/>
            </p:nvGrpSpPr>
            <p:grpSpPr>
              <a:xfrm>
                <a:off x="868680" y="3664080"/>
                <a:ext cx="91080" cy="90720"/>
                <a:chOff x="868680" y="3664080"/>
                <a:chExt cx="91080" cy="90720"/>
              </a:xfrm>
            </p:grpSpPr>
            <p:sp>
              <p:nvSpPr>
                <p:cNvPr id="298" name="Freeform: Shape 410"/>
                <p:cNvSpPr/>
                <p:nvPr/>
              </p:nvSpPr>
              <p:spPr>
                <a:xfrm>
                  <a:off x="890640" y="368568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1502"/>
                        <a:pt x="26742"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299" name="Freeform: Shape 411"/>
                <p:cNvSpPr/>
                <p:nvPr/>
              </p:nvSpPr>
              <p:spPr>
                <a:xfrm>
                  <a:off x="880920" y="367740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5" h="51490">
                      <a:moveTo>
                        <a:pt x="24821" y="51490"/>
                      </a:moveTo>
                      <a:cubicBezTo>
                        <a:pt x="10533" y="50538"/>
                        <a:pt x="-897" y="39108"/>
                        <a:pt x="56" y="24821"/>
                      </a:cubicBezTo>
                      <a:cubicBezTo>
                        <a:pt x="1008" y="10533"/>
                        <a:pt x="12438" y="-897"/>
                        <a:pt x="26726" y="56"/>
                      </a:cubicBezTo>
                      <a:cubicBezTo>
                        <a:pt x="41013" y="1008"/>
                        <a:pt x="52443" y="12438"/>
                        <a:pt x="51490" y="26725"/>
                      </a:cubicBezTo>
                      <a:cubicBezTo>
                        <a:pt x="51490" y="41013"/>
                        <a:pt x="40060" y="51490"/>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00" name="Freeform: Shape 412"/>
                <p:cNvSpPr/>
                <p:nvPr/>
              </p:nvSpPr>
              <p:spPr>
                <a:xfrm>
                  <a:off x="868680" y="36640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3"/>
                        <a:pt x="0" y="34290"/>
                      </a:cubicBezTo>
                      <a:cubicBezTo>
                        <a:pt x="0" y="14288"/>
                        <a:pt x="17145" y="0"/>
                        <a:pt x="37147" y="0"/>
                      </a:cubicBezTo>
                      <a:cubicBezTo>
                        <a:pt x="57150" y="953"/>
                        <a:pt x="71438" y="17145"/>
                        <a:pt x="71438" y="37147"/>
                      </a:cubicBezTo>
                      <a:cubicBezTo>
                        <a:pt x="70485" y="56197"/>
                        <a:pt x="54292" y="71438"/>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7"/>
                      </a:cubicBezTo>
                      <a:cubicBezTo>
                        <a:pt x="60008" y="23813"/>
                        <a:pt x="49530" y="12383"/>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01" name="Graphic 3"/>
              <p:cNvGrpSpPr/>
              <p:nvPr/>
            </p:nvGrpSpPr>
            <p:grpSpPr>
              <a:xfrm>
                <a:off x="868680" y="3165480"/>
                <a:ext cx="91080" cy="90720"/>
                <a:chOff x="868680" y="3165480"/>
                <a:chExt cx="91080" cy="90720"/>
              </a:xfrm>
            </p:grpSpPr>
            <p:sp>
              <p:nvSpPr>
                <p:cNvPr id="302" name="Freeform: Shape 407"/>
                <p:cNvSpPr/>
                <p:nvPr/>
              </p:nvSpPr>
              <p:spPr>
                <a:xfrm>
                  <a:off x="890640" y="31874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3"/>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6740"/>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03" name="Freeform: Shape 408"/>
                <p:cNvSpPr/>
                <p:nvPr/>
              </p:nvSpPr>
              <p:spPr>
                <a:xfrm>
                  <a:off x="880920" y="31788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6">
                      <a:moveTo>
                        <a:pt x="24821" y="51491"/>
                      </a:moveTo>
                      <a:cubicBezTo>
                        <a:pt x="10533" y="50538"/>
                        <a:pt x="-897" y="39108"/>
                        <a:pt x="56" y="24821"/>
                      </a:cubicBezTo>
                      <a:cubicBezTo>
                        <a:pt x="1008" y="10533"/>
                        <a:pt x="12438" y="-897"/>
                        <a:pt x="26726" y="55"/>
                      </a:cubicBezTo>
                      <a:cubicBezTo>
                        <a:pt x="41013" y="1008"/>
                        <a:pt x="52443" y="12438"/>
                        <a:pt x="51490" y="26726"/>
                      </a:cubicBezTo>
                      <a:cubicBezTo>
                        <a:pt x="51490" y="41013"/>
                        <a:pt x="40060" y="52443"/>
                        <a:pt x="24821" y="51491"/>
                      </a:cubicBezTo>
                      <a:close/>
                      <a:moveTo>
                        <a:pt x="26726" y="8628"/>
                      </a:moveTo>
                      <a:cubicBezTo>
                        <a:pt x="17201" y="8628"/>
                        <a:pt x="8628" y="15296"/>
                        <a:pt x="8628" y="24821"/>
                      </a:cubicBezTo>
                      <a:cubicBezTo>
                        <a:pt x="8628" y="34346"/>
                        <a:pt x="15296" y="42918"/>
                        <a:pt x="24821" y="42918"/>
                      </a:cubicBezTo>
                      <a:cubicBezTo>
                        <a:pt x="34346" y="42918"/>
                        <a:pt x="42918" y="36251"/>
                        <a:pt x="42918" y="26726"/>
                      </a:cubicBezTo>
                      <a:cubicBezTo>
                        <a:pt x="43871" y="17201"/>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04" name="Freeform: Shape 409"/>
                <p:cNvSpPr/>
                <p:nvPr/>
              </p:nvSpPr>
              <p:spPr>
                <a:xfrm>
                  <a:off x="868680" y="31654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3" y="14288"/>
                        <a:pt x="17145" y="0"/>
                        <a:pt x="37147" y="0"/>
                      </a:cubicBezTo>
                      <a:cubicBezTo>
                        <a:pt x="57150" y="952"/>
                        <a:pt x="71438" y="17145"/>
                        <a:pt x="71438" y="37147"/>
                      </a:cubicBezTo>
                      <a:cubicBezTo>
                        <a:pt x="70485" y="57150"/>
                        <a:pt x="54292" y="72390"/>
                        <a:pt x="34290" y="71438"/>
                      </a:cubicBezTo>
                      <a:close/>
                      <a:moveTo>
                        <a:pt x="37147" y="12382"/>
                      </a:moveTo>
                      <a:cubicBezTo>
                        <a:pt x="23813" y="11430"/>
                        <a:pt x="13335" y="21907"/>
                        <a:pt x="12383" y="35242"/>
                      </a:cubicBezTo>
                      <a:cubicBezTo>
                        <a:pt x="11430" y="48577"/>
                        <a:pt x="21908" y="59055"/>
                        <a:pt x="35242" y="60007"/>
                      </a:cubicBezTo>
                      <a:cubicBezTo>
                        <a:pt x="48578" y="60960"/>
                        <a:pt x="59055" y="50482"/>
                        <a:pt x="60008" y="37147"/>
                      </a:cubicBezTo>
                      <a:cubicBezTo>
                        <a:pt x="60008" y="23813"/>
                        <a:pt x="49530" y="13335"/>
                        <a:pt x="37147" y="1238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05" name="Graphic 3"/>
              <p:cNvGrpSpPr/>
              <p:nvPr/>
            </p:nvGrpSpPr>
            <p:grpSpPr>
              <a:xfrm>
                <a:off x="634320" y="3213000"/>
                <a:ext cx="91080" cy="90720"/>
                <a:chOff x="634320" y="3213000"/>
                <a:chExt cx="91080" cy="90720"/>
              </a:xfrm>
            </p:grpSpPr>
            <p:sp>
              <p:nvSpPr>
                <p:cNvPr id="306" name="Freeform: Shape 404"/>
                <p:cNvSpPr/>
                <p:nvPr/>
              </p:nvSpPr>
              <p:spPr>
                <a:xfrm>
                  <a:off x="655200" y="32349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07" name="Freeform: Shape 405"/>
                <p:cNvSpPr/>
                <p:nvPr/>
              </p:nvSpPr>
              <p:spPr>
                <a:xfrm>
                  <a:off x="646560" y="322776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0060"/>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7676"/>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08" name="Freeform: Shape 406"/>
                <p:cNvSpPr/>
                <p:nvPr/>
              </p:nvSpPr>
              <p:spPr>
                <a:xfrm>
                  <a:off x="634320" y="32130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3" y="14288"/>
                        <a:pt x="17145" y="0"/>
                        <a:pt x="37148" y="0"/>
                      </a:cubicBezTo>
                      <a:cubicBezTo>
                        <a:pt x="57150" y="0"/>
                        <a:pt x="71438" y="17145"/>
                        <a:pt x="71438" y="37147"/>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7"/>
                      </a:cubicBezTo>
                      <a:cubicBezTo>
                        <a:pt x="59055" y="24765"/>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09" name="Graphic 3"/>
              <p:cNvGrpSpPr/>
              <p:nvPr/>
            </p:nvGrpSpPr>
            <p:grpSpPr>
              <a:xfrm>
                <a:off x="374040" y="3219120"/>
                <a:ext cx="91080" cy="90720"/>
                <a:chOff x="374040" y="3219120"/>
                <a:chExt cx="91080" cy="90720"/>
              </a:xfrm>
            </p:grpSpPr>
            <p:sp>
              <p:nvSpPr>
                <p:cNvPr id="310" name="Freeform: Shape 401"/>
                <p:cNvSpPr/>
                <p:nvPr/>
              </p:nvSpPr>
              <p:spPr>
                <a:xfrm>
                  <a:off x="396000" y="324108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9125"/>
                        <a:pt x="18170" y="38172"/>
                      </a:cubicBezTo>
                      <a:close/>
                      <a:moveTo>
                        <a:pt x="19122" y="6740"/>
                      </a:moveTo>
                      <a:cubicBezTo>
                        <a:pt x="12455" y="6740"/>
                        <a:pt x="5787" y="11502"/>
                        <a:pt x="5787" y="19122"/>
                      </a:cubicBezTo>
                      <a:cubicBezTo>
                        <a:pt x="5787" y="25790"/>
                        <a:pt x="10550" y="32457"/>
                        <a:pt x="18170" y="32457"/>
                      </a:cubicBezTo>
                      <a:cubicBezTo>
                        <a:pt x="24837" y="32457"/>
                        <a:pt x="31505" y="27695"/>
                        <a:pt x="31505" y="20075"/>
                      </a:cubicBezTo>
                      <a:cubicBezTo>
                        <a:pt x="32457" y="12455"/>
                        <a:pt x="26742" y="6740"/>
                        <a:pt x="19122"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11" name="Freeform: Shape 402"/>
                <p:cNvSpPr/>
                <p:nvPr/>
              </p:nvSpPr>
              <p:spPr>
                <a:xfrm>
                  <a:off x="387360" y="32328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5">
                      <a:moveTo>
                        <a:pt x="24820" y="51490"/>
                      </a:moveTo>
                      <a:cubicBezTo>
                        <a:pt x="10533" y="50538"/>
                        <a:pt x="-897" y="39108"/>
                        <a:pt x="56" y="24820"/>
                      </a:cubicBezTo>
                      <a:cubicBezTo>
                        <a:pt x="1008" y="10533"/>
                        <a:pt x="12438" y="-897"/>
                        <a:pt x="26726" y="56"/>
                      </a:cubicBezTo>
                      <a:cubicBezTo>
                        <a:pt x="41013" y="1008"/>
                        <a:pt x="52443" y="12438"/>
                        <a:pt x="51490" y="26725"/>
                      </a:cubicBezTo>
                      <a:cubicBezTo>
                        <a:pt x="51490" y="41013"/>
                        <a:pt x="39108" y="52443"/>
                        <a:pt x="24820" y="51490"/>
                      </a:cubicBezTo>
                      <a:close/>
                      <a:moveTo>
                        <a:pt x="26726" y="8628"/>
                      </a:moveTo>
                      <a:cubicBezTo>
                        <a:pt x="17201" y="8628"/>
                        <a:pt x="8628" y="15295"/>
                        <a:pt x="8628" y="24820"/>
                      </a:cubicBezTo>
                      <a:cubicBezTo>
                        <a:pt x="8628" y="34345"/>
                        <a:pt x="15295" y="42918"/>
                        <a:pt x="24820" y="42918"/>
                      </a:cubicBezTo>
                      <a:cubicBezTo>
                        <a:pt x="34345" y="42918"/>
                        <a:pt x="42918" y="36250"/>
                        <a:pt x="42918" y="26725"/>
                      </a:cubicBezTo>
                      <a:cubicBezTo>
                        <a:pt x="43870" y="17200"/>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12" name="Freeform: Shape 403"/>
                <p:cNvSpPr/>
                <p:nvPr/>
              </p:nvSpPr>
              <p:spPr>
                <a:xfrm>
                  <a:off x="374040" y="32191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3" y="14288"/>
                        <a:pt x="17145" y="0"/>
                        <a:pt x="37148" y="0"/>
                      </a:cubicBezTo>
                      <a:cubicBezTo>
                        <a:pt x="57150" y="953"/>
                        <a:pt x="71438" y="17145"/>
                        <a:pt x="71438" y="37147"/>
                      </a:cubicBezTo>
                      <a:cubicBezTo>
                        <a:pt x="71438" y="57150"/>
                        <a:pt x="54292" y="72390"/>
                        <a:pt x="34290" y="71438"/>
                      </a:cubicBezTo>
                      <a:close/>
                      <a:moveTo>
                        <a:pt x="37148" y="12383"/>
                      </a:moveTo>
                      <a:cubicBezTo>
                        <a:pt x="23813" y="11430"/>
                        <a:pt x="13335" y="21908"/>
                        <a:pt x="12383" y="35242"/>
                      </a:cubicBezTo>
                      <a:cubicBezTo>
                        <a:pt x="11430" y="48578"/>
                        <a:pt x="21908" y="59055"/>
                        <a:pt x="35242" y="60008"/>
                      </a:cubicBezTo>
                      <a:cubicBezTo>
                        <a:pt x="48578" y="60960"/>
                        <a:pt x="59055" y="50483"/>
                        <a:pt x="60008" y="37147"/>
                      </a:cubicBezTo>
                      <a:cubicBezTo>
                        <a:pt x="60008" y="23813"/>
                        <a:pt x="50483" y="13335"/>
                        <a:pt x="37148"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13" name="Graphic 3"/>
              <p:cNvGrpSpPr/>
              <p:nvPr/>
            </p:nvGrpSpPr>
            <p:grpSpPr>
              <a:xfrm>
                <a:off x="218160" y="3081240"/>
                <a:ext cx="91080" cy="90720"/>
                <a:chOff x="218160" y="3081240"/>
                <a:chExt cx="91080" cy="90720"/>
              </a:xfrm>
            </p:grpSpPr>
            <p:sp>
              <p:nvSpPr>
                <p:cNvPr id="314" name="Freeform: Shape 398"/>
                <p:cNvSpPr/>
                <p:nvPr/>
              </p:nvSpPr>
              <p:spPr>
                <a:xfrm>
                  <a:off x="239040" y="310320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9600" y="39125"/>
                        <a:pt x="18170" y="38172"/>
                      </a:cubicBezTo>
                      <a:close/>
                      <a:moveTo>
                        <a:pt x="20075" y="6740"/>
                      </a:moveTo>
                      <a:cubicBezTo>
                        <a:pt x="13407" y="6740"/>
                        <a:pt x="6740" y="11502"/>
                        <a:pt x="6740" y="19122"/>
                      </a:cubicBezTo>
                      <a:cubicBezTo>
                        <a:pt x="6740" y="25790"/>
                        <a:pt x="11502" y="32457"/>
                        <a:pt x="19122" y="32457"/>
                      </a:cubicBezTo>
                      <a:cubicBezTo>
                        <a:pt x="25790" y="32457"/>
                        <a:pt x="32457" y="27695"/>
                        <a:pt x="32457" y="20075"/>
                      </a:cubicBezTo>
                      <a:cubicBezTo>
                        <a:pt x="32457" y="12455"/>
                        <a:pt x="26742" y="6740"/>
                        <a:pt x="20075"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15" name="Freeform: Shape 399"/>
                <p:cNvSpPr/>
                <p:nvPr/>
              </p:nvSpPr>
              <p:spPr>
                <a:xfrm>
                  <a:off x="230400" y="309456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5">
                      <a:moveTo>
                        <a:pt x="24821" y="51490"/>
                      </a:moveTo>
                      <a:cubicBezTo>
                        <a:pt x="10533" y="50538"/>
                        <a:pt x="-897" y="39108"/>
                        <a:pt x="56" y="24820"/>
                      </a:cubicBezTo>
                      <a:cubicBezTo>
                        <a:pt x="1008" y="10533"/>
                        <a:pt x="12438" y="-897"/>
                        <a:pt x="26726" y="56"/>
                      </a:cubicBezTo>
                      <a:cubicBezTo>
                        <a:pt x="41013" y="1008"/>
                        <a:pt x="52443" y="12438"/>
                        <a:pt x="51490" y="26726"/>
                      </a:cubicBezTo>
                      <a:cubicBezTo>
                        <a:pt x="51490" y="41013"/>
                        <a:pt x="39108" y="52443"/>
                        <a:pt x="24821" y="51490"/>
                      </a:cubicBezTo>
                      <a:close/>
                      <a:moveTo>
                        <a:pt x="26726" y="8628"/>
                      </a:moveTo>
                      <a:cubicBezTo>
                        <a:pt x="17201" y="8628"/>
                        <a:pt x="8628" y="15295"/>
                        <a:pt x="8628" y="24820"/>
                      </a:cubicBezTo>
                      <a:cubicBezTo>
                        <a:pt x="8628" y="34345"/>
                        <a:pt x="15296" y="42918"/>
                        <a:pt x="24821" y="42918"/>
                      </a:cubicBezTo>
                      <a:cubicBezTo>
                        <a:pt x="34346" y="42918"/>
                        <a:pt x="42918" y="36251"/>
                        <a:pt x="42918" y="26726"/>
                      </a:cubicBezTo>
                      <a:cubicBezTo>
                        <a:pt x="43871" y="17201"/>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16" name="Freeform: Shape 400"/>
                <p:cNvSpPr/>
                <p:nvPr/>
              </p:nvSpPr>
              <p:spPr>
                <a:xfrm>
                  <a:off x="218160" y="308124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3" y="14288"/>
                        <a:pt x="17145" y="0"/>
                        <a:pt x="37147" y="0"/>
                      </a:cubicBezTo>
                      <a:cubicBezTo>
                        <a:pt x="57150" y="953"/>
                        <a:pt x="71438" y="17145"/>
                        <a:pt x="71438" y="37148"/>
                      </a:cubicBezTo>
                      <a:cubicBezTo>
                        <a:pt x="70485"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60008" y="23813"/>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17" name="Graphic 3"/>
              <p:cNvGrpSpPr/>
              <p:nvPr/>
            </p:nvGrpSpPr>
            <p:grpSpPr>
              <a:xfrm>
                <a:off x="139680" y="2860200"/>
                <a:ext cx="91080" cy="90720"/>
                <a:chOff x="139680" y="2860200"/>
                <a:chExt cx="91080" cy="90720"/>
              </a:xfrm>
            </p:grpSpPr>
            <p:sp>
              <p:nvSpPr>
                <p:cNvPr id="318" name="Freeform: Shape 395"/>
                <p:cNvSpPr/>
                <p:nvPr/>
              </p:nvSpPr>
              <p:spPr>
                <a:xfrm>
                  <a:off x="161640" y="28821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19" name="Freeform: Shape 396"/>
                <p:cNvSpPr/>
                <p:nvPr/>
              </p:nvSpPr>
              <p:spPr>
                <a:xfrm>
                  <a:off x="151920" y="287352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5" h="51490">
                      <a:moveTo>
                        <a:pt x="24820" y="51491"/>
                      </a:moveTo>
                      <a:cubicBezTo>
                        <a:pt x="10533" y="50538"/>
                        <a:pt x="-897" y="39108"/>
                        <a:pt x="56" y="24821"/>
                      </a:cubicBezTo>
                      <a:cubicBezTo>
                        <a:pt x="1008" y="10533"/>
                        <a:pt x="12438" y="-897"/>
                        <a:pt x="26725" y="55"/>
                      </a:cubicBezTo>
                      <a:cubicBezTo>
                        <a:pt x="41013" y="1008"/>
                        <a:pt x="52443" y="12438"/>
                        <a:pt x="51490" y="26726"/>
                      </a:cubicBezTo>
                      <a:cubicBezTo>
                        <a:pt x="51490" y="41013"/>
                        <a:pt x="39108" y="51491"/>
                        <a:pt x="24820" y="51491"/>
                      </a:cubicBezTo>
                      <a:close/>
                      <a:moveTo>
                        <a:pt x="26725" y="7676"/>
                      </a:moveTo>
                      <a:cubicBezTo>
                        <a:pt x="17200" y="7676"/>
                        <a:pt x="8628" y="14343"/>
                        <a:pt x="8628" y="23868"/>
                      </a:cubicBezTo>
                      <a:cubicBezTo>
                        <a:pt x="8628" y="33393"/>
                        <a:pt x="15295" y="41966"/>
                        <a:pt x="24820" y="41966"/>
                      </a:cubicBezTo>
                      <a:cubicBezTo>
                        <a:pt x="34345" y="41966"/>
                        <a:pt x="42918" y="35298"/>
                        <a:pt x="42918" y="25773"/>
                      </a:cubicBezTo>
                      <a:cubicBezTo>
                        <a:pt x="43870" y="16248"/>
                        <a:pt x="36250" y="8628"/>
                        <a:pt x="26725"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20" name="Freeform: Shape 397"/>
                <p:cNvSpPr/>
                <p:nvPr/>
              </p:nvSpPr>
              <p:spPr>
                <a:xfrm>
                  <a:off x="139680" y="28602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2"/>
                        <a:pt x="0" y="34290"/>
                      </a:cubicBezTo>
                      <a:cubicBezTo>
                        <a:pt x="952" y="14288"/>
                        <a:pt x="17145" y="0"/>
                        <a:pt x="37147" y="0"/>
                      </a:cubicBezTo>
                      <a:cubicBezTo>
                        <a:pt x="57150" y="952"/>
                        <a:pt x="71438" y="17145"/>
                        <a:pt x="71438" y="37147"/>
                      </a:cubicBezTo>
                      <a:cubicBezTo>
                        <a:pt x="70485" y="56197"/>
                        <a:pt x="53340" y="71438"/>
                        <a:pt x="34290" y="71438"/>
                      </a:cubicBezTo>
                      <a:close/>
                      <a:moveTo>
                        <a:pt x="36195" y="12382"/>
                      </a:moveTo>
                      <a:cubicBezTo>
                        <a:pt x="22860" y="11430"/>
                        <a:pt x="12382" y="21907"/>
                        <a:pt x="11430" y="35242"/>
                      </a:cubicBezTo>
                      <a:cubicBezTo>
                        <a:pt x="10477" y="48577"/>
                        <a:pt x="20955" y="59055"/>
                        <a:pt x="34290" y="60007"/>
                      </a:cubicBezTo>
                      <a:cubicBezTo>
                        <a:pt x="47625" y="60960"/>
                        <a:pt x="58102" y="50482"/>
                        <a:pt x="59055" y="37147"/>
                      </a:cubicBezTo>
                      <a:cubicBezTo>
                        <a:pt x="60007" y="23813"/>
                        <a:pt x="49530" y="12382"/>
                        <a:pt x="36195" y="1238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21" name="Graphic 3"/>
              <p:cNvGrpSpPr/>
              <p:nvPr/>
            </p:nvGrpSpPr>
            <p:grpSpPr>
              <a:xfrm>
                <a:off x="320040" y="2637720"/>
                <a:ext cx="91080" cy="90720"/>
                <a:chOff x="320040" y="2637720"/>
                <a:chExt cx="91080" cy="90720"/>
              </a:xfrm>
            </p:grpSpPr>
            <p:sp>
              <p:nvSpPr>
                <p:cNvPr id="322" name="Freeform: Shape 392"/>
                <p:cNvSpPr/>
                <p:nvPr/>
              </p:nvSpPr>
              <p:spPr>
                <a:xfrm>
                  <a:off x="342000" y="265968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1502"/>
                        <a:pt x="26742" y="6740"/>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23" name="Freeform: Shape 393"/>
                <p:cNvSpPr/>
                <p:nvPr/>
              </p:nvSpPr>
              <p:spPr>
                <a:xfrm>
                  <a:off x="333360" y="265104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5">
                      <a:moveTo>
                        <a:pt x="24821" y="51490"/>
                      </a:moveTo>
                      <a:cubicBezTo>
                        <a:pt x="10533" y="50538"/>
                        <a:pt x="-897" y="39108"/>
                        <a:pt x="55" y="24821"/>
                      </a:cubicBezTo>
                      <a:cubicBezTo>
                        <a:pt x="1008" y="10533"/>
                        <a:pt x="12438" y="-897"/>
                        <a:pt x="26726" y="56"/>
                      </a:cubicBezTo>
                      <a:cubicBezTo>
                        <a:pt x="41013" y="1008"/>
                        <a:pt x="52443" y="12438"/>
                        <a:pt x="51491" y="26726"/>
                      </a:cubicBezTo>
                      <a:cubicBezTo>
                        <a:pt x="50538" y="41013"/>
                        <a:pt x="39108" y="52443"/>
                        <a:pt x="24821" y="51490"/>
                      </a:cubicBezTo>
                      <a:close/>
                      <a:moveTo>
                        <a:pt x="25773" y="8628"/>
                      </a:moveTo>
                      <a:cubicBezTo>
                        <a:pt x="16248" y="8628"/>
                        <a:pt x="7676" y="15296"/>
                        <a:pt x="7676" y="24821"/>
                      </a:cubicBezTo>
                      <a:cubicBezTo>
                        <a:pt x="7676" y="34346"/>
                        <a:pt x="14343" y="42918"/>
                        <a:pt x="23868" y="42918"/>
                      </a:cubicBezTo>
                      <a:cubicBezTo>
                        <a:pt x="33393" y="42918"/>
                        <a:pt x="41966" y="36251"/>
                        <a:pt x="41966" y="26726"/>
                      </a:cubicBezTo>
                      <a:cubicBezTo>
                        <a:pt x="42918" y="16248"/>
                        <a:pt x="36251" y="8628"/>
                        <a:pt x="25773"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24" name="Freeform: Shape 394"/>
                <p:cNvSpPr/>
                <p:nvPr/>
              </p:nvSpPr>
              <p:spPr>
                <a:xfrm>
                  <a:off x="320040" y="26377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0"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7" y="60960"/>
                        <a:pt x="59055" y="50483"/>
                        <a:pt x="60008" y="37148"/>
                      </a:cubicBezTo>
                      <a:cubicBezTo>
                        <a:pt x="60008" y="23813"/>
                        <a:pt x="49530" y="13335"/>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25" name="Graphic 3"/>
              <p:cNvGrpSpPr/>
              <p:nvPr/>
            </p:nvGrpSpPr>
            <p:grpSpPr>
              <a:xfrm>
                <a:off x="338400" y="2427480"/>
                <a:ext cx="91080" cy="90720"/>
                <a:chOff x="338400" y="2427480"/>
                <a:chExt cx="91080" cy="90720"/>
              </a:xfrm>
            </p:grpSpPr>
            <p:sp>
              <p:nvSpPr>
                <p:cNvPr id="326" name="Freeform: Shape 389"/>
                <p:cNvSpPr/>
                <p:nvPr/>
              </p:nvSpPr>
              <p:spPr>
                <a:xfrm>
                  <a:off x="360360" y="24494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6740"/>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27" name="Freeform: Shape 390"/>
                <p:cNvSpPr/>
                <p:nvPr/>
              </p:nvSpPr>
              <p:spPr>
                <a:xfrm>
                  <a:off x="350640" y="244116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5">
                      <a:moveTo>
                        <a:pt x="24820" y="51490"/>
                      </a:moveTo>
                      <a:cubicBezTo>
                        <a:pt x="10533" y="50538"/>
                        <a:pt x="-897" y="39108"/>
                        <a:pt x="56" y="24820"/>
                      </a:cubicBezTo>
                      <a:cubicBezTo>
                        <a:pt x="1008" y="10533"/>
                        <a:pt x="12438" y="-897"/>
                        <a:pt x="26726" y="56"/>
                      </a:cubicBezTo>
                      <a:cubicBezTo>
                        <a:pt x="41013" y="1008"/>
                        <a:pt x="52443" y="12438"/>
                        <a:pt x="51490" y="26726"/>
                      </a:cubicBezTo>
                      <a:cubicBezTo>
                        <a:pt x="51490" y="41013"/>
                        <a:pt x="39108" y="52443"/>
                        <a:pt x="24820" y="51490"/>
                      </a:cubicBezTo>
                      <a:close/>
                      <a:moveTo>
                        <a:pt x="26726" y="8628"/>
                      </a:moveTo>
                      <a:cubicBezTo>
                        <a:pt x="17201" y="8628"/>
                        <a:pt x="8628" y="15295"/>
                        <a:pt x="8628" y="24820"/>
                      </a:cubicBezTo>
                      <a:cubicBezTo>
                        <a:pt x="8628" y="34345"/>
                        <a:pt x="15295" y="42918"/>
                        <a:pt x="24820" y="42918"/>
                      </a:cubicBezTo>
                      <a:cubicBezTo>
                        <a:pt x="34345" y="42918"/>
                        <a:pt x="42918" y="36251"/>
                        <a:pt x="42918" y="26726"/>
                      </a:cubicBezTo>
                      <a:cubicBezTo>
                        <a:pt x="43870" y="17201"/>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28" name="Freeform: Shape 391"/>
                <p:cNvSpPr/>
                <p:nvPr/>
              </p:nvSpPr>
              <p:spPr>
                <a:xfrm>
                  <a:off x="338400" y="24274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2" y="14288"/>
                        <a:pt x="17145" y="0"/>
                        <a:pt x="37147" y="0"/>
                      </a:cubicBezTo>
                      <a:cubicBezTo>
                        <a:pt x="57150" y="0"/>
                        <a:pt x="71438" y="17145"/>
                        <a:pt x="71438" y="37148"/>
                      </a:cubicBezTo>
                      <a:cubicBezTo>
                        <a:pt x="70485" y="57150"/>
                        <a:pt x="53340" y="72390"/>
                        <a:pt x="34290" y="71438"/>
                      </a:cubicBezTo>
                      <a:close/>
                      <a:moveTo>
                        <a:pt x="36195" y="12383"/>
                      </a:moveTo>
                      <a:cubicBezTo>
                        <a:pt x="22860" y="11430"/>
                        <a:pt x="12383" y="21908"/>
                        <a:pt x="11430" y="35242"/>
                      </a:cubicBezTo>
                      <a:cubicBezTo>
                        <a:pt x="10477" y="48578"/>
                        <a:pt x="20955" y="59055"/>
                        <a:pt x="34290" y="60008"/>
                      </a:cubicBezTo>
                      <a:cubicBezTo>
                        <a:pt x="47625" y="60960"/>
                        <a:pt x="58102" y="50483"/>
                        <a:pt x="59055" y="37148"/>
                      </a:cubicBezTo>
                      <a:cubicBezTo>
                        <a:pt x="60008" y="23813"/>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29" name="Graphic 3"/>
              <p:cNvGrpSpPr/>
              <p:nvPr/>
            </p:nvGrpSpPr>
            <p:grpSpPr>
              <a:xfrm>
                <a:off x="628200" y="2116080"/>
                <a:ext cx="91080" cy="90720"/>
                <a:chOff x="628200" y="2116080"/>
                <a:chExt cx="91080" cy="90720"/>
              </a:xfrm>
            </p:grpSpPr>
            <p:sp>
              <p:nvSpPr>
                <p:cNvPr id="330" name="Freeform: Shape 386"/>
                <p:cNvSpPr/>
                <p:nvPr/>
              </p:nvSpPr>
              <p:spPr>
                <a:xfrm>
                  <a:off x="649080" y="21380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31" name="Freeform: Shape 387"/>
                <p:cNvSpPr/>
                <p:nvPr/>
              </p:nvSpPr>
              <p:spPr>
                <a:xfrm>
                  <a:off x="640440" y="21294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5">
                      <a:moveTo>
                        <a:pt x="24821" y="51490"/>
                      </a:moveTo>
                      <a:cubicBezTo>
                        <a:pt x="10533" y="50538"/>
                        <a:pt x="-897" y="39108"/>
                        <a:pt x="55" y="24820"/>
                      </a:cubicBezTo>
                      <a:cubicBezTo>
                        <a:pt x="1008" y="10533"/>
                        <a:pt x="12438" y="-897"/>
                        <a:pt x="26726" y="56"/>
                      </a:cubicBezTo>
                      <a:cubicBezTo>
                        <a:pt x="41013" y="1008"/>
                        <a:pt x="52443" y="12438"/>
                        <a:pt x="51491" y="26726"/>
                      </a:cubicBezTo>
                      <a:cubicBezTo>
                        <a:pt x="51491" y="41013"/>
                        <a:pt x="39108" y="52443"/>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32" name="Freeform: Shape 388"/>
                <p:cNvSpPr/>
                <p:nvPr/>
              </p:nvSpPr>
              <p:spPr>
                <a:xfrm>
                  <a:off x="628200" y="21160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0" y="14288"/>
                        <a:pt x="17145" y="0"/>
                        <a:pt x="37148" y="0"/>
                      </a:cubicBezTo>
                      <a:cubicBezTo>
                        <a:pt x="57150" y="0"/>
                        <a:pt x="71438" y="17145"/>
                        <a:pt x="71438" y="37148"/>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60008"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33" name="Graphic 3"/>
              <p:cNvGrpSpPr/>
              <p:nvPr/>
            </p:nvGrpSpPr>
            <p:grpSpPr>
              <a:xfrm>
                <a:off x="820800" y="1852200"/>
                <a:ext cx="91080" cy="90720"/>
                <a:chOff x="820800" y="1852200"/>
                <a:chExt cx="91080" cy="90720"/>
              </a:xfrm>
            </p:grpSpPr>
            <p:sp>
              <p:nvSpPr>
                <p:cNvPr id="334" name="Freeform: Shape 383"/>
                <p:cNvSpPr/>
                <p:nvPr/>
              </p:nvSpPr>
              <p:spPr>
                <a:xfrm>
                  <a:off x="841680" y="18741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29600"/>
                        <a:pt x="29600"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35" name="Freeform: Shape 384"/>
                <p:cNvSpPr/>
                <p:nvPr/>
              </p:nvSpPr>
              <p:spPr>
                <a:xfrm>
                  <a:off x="833040" y="186552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6">
                      <a:moveTo>
                        <a:pt x="24820" y="51491"/>
                      </a:moveTo>
                      <a:cubicBezTo>
                        <a:pt x="10533" y="50538"/>
                        <a:pt x="-897" y="39108"/>
                        <a:pt x="56" y="24821"/>
                      </a:cubicBezTo>
                      <a:cubicBezTo>
                        <a:pt x="1008" y="10533"/>
                        <a:pt x="12438" y="-897"/>
                        <a:pt x="26725" y="56"/>
                      </a:cubicBezTo>
                      <a:cubicBezTo>
                        <a:pt x="41013" y="1008"/>
                        <a:pt x="52443" y="12438"/>
                        <a:pt x="51490" y="26726"/>
                      </a:cubicBezTo>
                      <a:cubicBezTo>
                        <a:pt x="50538" y="41013"/>
                        <a:pt x="39108" y="52443"/>
                        <a:pt x="24820" y="51491"/>
                      </a:cubicBezTo>
                      <a:close/>
                      <a:moveTo>
                        <a:pt x="26725" y="7676"/>
                      </a:moveTo>
                      <a:cubicBezTo>
                        <a:pt x="17200" y="7676"/>
                        <a:pt x="8628" y="14343"/>
                        <a:pt x="8628" y="23868"/>
                      </a:cubicBezTo>
                      <a:cubicBezTo>
                        <a:pt x="8628" y="33393"/>
                        <a:pt x="15295" y="41966"/>
                        <a:pt x="24820" y="41966"/>
                      </a:cubicBezTo>
                      <a:cubicBezTo>
                        <a:pt x="34345" y="41966"/>
                        <a:pt x="42918" y="35298"/>
                        <a:pt x="42918" y="25773"/>
                      </a:cubicBezTo>
                      <a:cubicBezTo>
                        <a:pt x="43870" y="16248"/>
                        <a:pt x="36250" y="8628"/>
                        <a:pt x="26725"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36" name="Freeform: Shape 385"/>
                <p:cNvSpPr/>
                <p:nvPr/>
              </p:nvSpPr>
              <p:spPr>
                <a:xfrm>
                  <a:off x="820800" y="18522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952" y="14288"/>
                        <a:pt x="17145" y="0"/>
                        <a:pt x="37147" y="0"/>
                      </a:cubicBezTo>
                      <a:cubicBezTo>
                        <a:pt x="57150" y="952"/>
                        <a:pt x="71438" y="17145"/>
                        <a:pt x="71438" y="37148"/>
                      </a:cubicBezTo>
                      <a:cubicBezTo>
                        <a:pt x="71438" y="57150"/>
                        <a:pt x="53340" y="72390"/>
                        <a:pt x="34290" y="71438"/>
                      </a:cubicBezTo>
                      <a:close/>
                      <a:moveTo>
                        <a:pt x="36195" y="12383"/>
                      </a:moveTo>
                      <a:cubicBezTo>
                        <a:pt x="22860" y="11430"/>
                        <a:pt x="12382" y="21908"/>
                        <a:pt x="11430" y="35243"/>
                      </a:cubicBezTo>
                      <a:cubicBezTo>
                        <a:pt x="10477" y="48577"/>
                        <a:pt x="20955" y="59055"/>
                        <a:pt x="34290" y="60008"/>
                      </a:cubicBezTo>
                      <a:cubicBezTo>
                        <a:pt x="47625" y="60960"/>
                        <a:pt x="58102" y="50483"/>
                        <a:pt x="59055" y="37148"/>
                      </a:cubicBezTo>
                      <a:cubicBezTo>
                        <a:pt x="60007"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37" name="Graphic 3"/>
              <p:cNvGrpSpPr/>
              <p:nvPr/>
            </p:nvGrpSpPr>
            <p:grpSpPr>
              <a:xfrm>
                <a:off x="199800" y="1996200"/>
                <a:ext cx="91080" cy="90720"/>
                <a:chOff x="199800" y="1996200"/>
                <a:chExt cx="91080" cy="90720"/>
              </a:xfrm>
            </p:grpSpPr>
            <p:sp>
              <p:nvSpPr>
                <p:cNvPr id="338" name="Freeform: Shape 380"/>
                <p:cNvSpPr/>
                <p:nvPr/>
              </p:nvSpPr>
              <p:spPr>
                <a:xfrm>
                  <a:off x="221760" y="20181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39" name="Freeform: Shape 381"/>
                <p:cNvSpPr/>
                <p:nvPr/>
              </p:nvSpPr>
              <p:spPr>
                <a:xfrm>
                  <a:off x="212040" y="200988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5" h="51490">
                      <a:moveTo>
                        <a:pt x="24821" y="51490"/>
                      </a:moveTo>
                      <a:cubicBezTo>
                        <a:pt x="10533" y="50538"/>
                        <a:pt x="-897" y="39108"/>
                        <a:pt x="56" y="24821"/>
                      </a:cubicBezTo>
                      <a:cubicBezTo>
                        <a:pt x="1008" y="10533"/>
                        <a:pt x="12438" y="-897"/>
                        <a:pt x="26726" y="56"/>
                      </a:cubicBezTo>
                      <a:cubicBezTo>
                        <a:pt x="41013" y="1008"/>
                        <a:pt x="52443" y="12438"/>
                        <a:pt x="51490" y="26726"/>
                      </a:cubicBezTo>
                      <a:cubicBezTo>
                        <a:pt x="50538" y="41013"/>
                        <a:pt x="39108" y="51490"/>
                        <a:pt x="24821" y="51490"/>
                      </a:cubicBezTo>
                      <a:close/>
                      <a:moveTo>
                        <a:pt x="26726" y="7676"/>
                      </a:moveTo>
                      <a:cubicBezTo>
                        <a:pt x="17201" y="7676"/>
                        <a:pt x="8628" y="14343"/>
                        <a:pt x="8628" y="23868"/>
                      </a:cubicBezTo>
                      <a:cubicBezTo>
                        <a:pt x="8628" y="33393"/>
                        <a:pt x="15296" y="41965"/>
                        <a:pt x="24821" y="41965"/>
                      </a:cubicBezTo>
                      <a:cubicBezTo>
                        <a:pt x="34346" y="41965"/>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40" name="Freeform: Shape 382"/>
                <p:cNvSpPr/>
                <p:nvPr/>
              </p:nvSpPr>
              <p:spPr>
                <a:xfrm>
                  <a:off x="199800" y="19962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3"/>
                        <a:pt x="0" y="34290"/>
                      </a:cubicBezTo>
                      <a:cubicBezTo>
                        <a:pt x="953" y="14288"/>
                        <a:pt x="17145" y="0"/>
                        <a:pt x="37147" y="0"/>
                      </a:cubicBezTo>
                      <a:cubicBezTo>
                        <a:pt x="57150" y="953"/>
                        <a:pt x="71438" y="17145"/>
                        <a:pt x="71438" y="37148"/>
                      </a:cubicBezTo>
                      <a:cubicBezTo>
                        <a:pt x="71438" y="57150"/>
                        <a:pt x="53340" y="71438"/>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2383"/>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41" name="Graphic 3"/>
              <p:cNvGrpSpPr/>
              <p:nvPr/>
            </p:nvGrpSpPr>
            <p:grpSpPr>
              <a:xfrm>
                <a:off x="410760" y="2062440"/>
                <a:ext cx="91080" cy="90720"/>
                <a:chOff x="410760" y="2062440"/>
                <a:chExt cx="91080" cy="90720"/>
              </a:xfrm>
            </p:grpSpPr>
            <p:sp>
              <p:nvSpPr>
                <p:cNvPr id="342" name="Freeform: Shape 377"/>
                <p:cNvSpPr/>
                <p:nvPr/>
              </p:nvSpPr>
              <p:spPr>
                <a:xfrm>
                  <a:off x="433080" y="208440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43" name="Freeform: Shape 378"/>
                <p:cNvSpPr/>
                <p:nvPr/>
              </p:nvSpPr>
              <p:spPr>
                <a:xfrm>
                  <a:off x="423000" y="207576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44" name="Freeform: Shape 379"/>
                <p:cNvSpPr/>
                <p:nvPr/>
              </p:nvSpPr>
              <p:spPr>
                <a:xfrm>
                  <a:off x="410760" y="206244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2"/>
                        <a:pt x="0" y="34290"/>
                      </a:cubicBezTo>
                      <a:cubicBezTo>
                        <a:pt x="953" y="14288"/>
                        <a:pt x="17145" y="0"/>
                        <a:pt x="37148" y="0"/>
                      </a:cubicBezTo>
                      <a:cubicBezTo>
                        <a:pt x="57150" y="0"/>
                        <a:pt x="71438" y="17145"/>
                        <a:pt x="71438" y="37147"/>
                      </a:cubicBezTo>
                      <a:cubicBezTo>
                        <a:pt x="70485" y="56197"/>
                        <a:pt x="53340" y="71438"/>
                        <a:pt x="34290" y="71438"/>
                      </a:cubicBezTo>
                      <a:close/>
                      <a:moveTo>
                        <a:pt x="36195" y="12383"/>
                      </a:moveTo>
                      <a:cubicBezTo>
                        <a:pt x="22860" y="11430"/>
                        <a:pt x="12383" y="21908"/>
                        <a:pt x="11430" y="35242"/>
                      </a:cubicBezTo>
                      <a:cubicBezTo>
                        <a:pt x="10478" y="48577"/>
                        <a:pt x="20955" y="59055"/>
                        <a:pt x="34290" y="60008"/>
                      </a:cubicBezTo>
                      <a:cubicBezTo>
                        <a:pt x="47625" y="60960"/>
                        <a:pt x="58103" y="50483"/>
                        <a:pt x="59055" y="37147"/>
                      </a:cubicBezTo>
                      <a:cubicBezTo>
                        <a:pt x="60008"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45" name="Graphic 3"/>
              <p:cNvGrpSpPr/>
              <p:nvPr/>
            </p:nvGrpSpPr>
            <p:grpSpPr>
              <a:xfrm>
                <a:off x="374040" y="2194200"/>
                <a:ext cx="91080" cy="90720"/>
                <a:chOff x="374040" y="2194200"/>
                <a:chExt cx="91080" cy="90720"/>
              </a:xfrm>
            </p:grpSpPr>
            <p:sp>
              <p:nvSpPr>
                <p:cNvPr id="346" name="Freeform: Shape 374"/>
                <p:cNvSpPr/>
                <p:nvPr/>
              </p:nvSpPr>
              <p:spPr>
                <a:xfrm>
                  <a:off x="396000" y="22161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2457" y="12455"/>
                        <a:pt x="26742"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47" name="Freeform: Shape 375"/>
                <p:cNvSpPr/>
                <p:nvPr/>
              </p:nvSpPr>
              <p:spPr>
                <a:xfrm>
                  <a:off x="387360" y="220752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5" h="51490">
                      <a:moveTo>
                        <a:pt x="24820" y="51491"/>
                      </a:moveTo>
                      <a:cubicBezTo>
                        <a:pt x="10533" y="50538"/>
                        <a:pt x="-897" y="39108"/>
                        <a:pt x="56" y="24821"/>
                      </a:cubicBezTo>
                      <a:cubicBezTo>
                        <a:pt x="1008" y="10533"/>
                        <a:pt x="12438" y="-897"/>
                        <a:pt x="26726" y="55"/>
                      </a:cubicBezTo>
                      <a:cubicBezTo>
                        <a:pt x="41013" y="1008"/>
                        <a:pt x="52443" y="12438"/>
                        <a:pt x="51490" y="26726"/>
                      </a:cubicBezTo>
                      <a:cubicBezTo>
                        <a:pt x="51490" y="41013"/>
                        <a:pt x="39108" y="51491"/>
                        <a:pt x="24820" y="51491"/>
                      </a:cubicBezTo>
                      <a:close/>
                      <a:moveTo>
                        <a:pt x="26726" y="7676"/>
                      </a:moveTo>
                      <a:cubicBezTo>
                        <a:pt x="17201" y="7676"/>
                        <a:pt x="8628" y="14343"/>
                        <a:pt x="8628" y="23868"/>
                      </a:cubicBezTo>
                      <a:cubicBezTo>
                        <a:pt x="8628" y="33393"/>
                        <a:pt x="15295" y="41966"/>
                        <a:pt x="24820" y="41966"/>
                      </a:cubicBezTo>
                      <a:cubicBezTo>
                        <a:pt x="34345" y="41966"/>
                        <a:pt x="42918" y="35298"/>
                        <a:pt x="42918" y="25773"/>
                      </a:cubicBezTo>
                      <a:cubicBezTo>
                        <a:pt x="43870"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48" name="Freeform: Shape 376"/>
                <p:cNvSpPr/>
                <p:nvPr/>
              </p:nvSpPr>
              <p:spPr>
                <a:xfrm>
                  <a:off x="374040" y="21942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2"/>
                        <a:pt x="0" y="34290"/>
                      </a:cubicBezTo>
                      <a:cubicBezTo>
                        <a:pt x="0" y="14288"/>
                        <a:pt x="17145" y="0"/>
                        <a:pt x="37148" y="0"/>
                      </a:cubicBezTo>
                      <a:cubicBezTo>
                        <a:pt x="57150" y="952"/>
                        <a:pt x="71438" y="17145"/>
                        <a:pt x="71438" y="37147"/>
                      </a:cubicBezTo>
                      <a:cubicBezTo>
                        <a:pt x="71438" y="57150"/>
                        <a:pt x="54292" y="71438"/>
                        <a:pt x="34290" y="71438"/>
                      </a:cubicBezTo>
                      <a:close/>
                      <a:moveTo>
                        <a:pt x="37148" y="12382"/>
                      </a:moveTo>
                      <a:cubicBezTo>
                        <a:pt x="23813" y="11430"/>
                        <a:pt x="13335" y="21907"/>
                        <a:pt x="12383" y="35242"/>
                      </a:cubicBezTo>
                      <a:cubicBezTo>
                        <a:pt x="11430" y="48577"/>
                        <a:pt x="21908" y="59055"/>
                        <a:pt x="35242" y="60007"/>
                      </a:cubicBezTo>
                      <a:cubicBezTo>
                        <a:pt x="48578" y="60960"/>
                        <a:pt x="59055" y="50482"/>
                        <a:pt x="60008" y="37147"/>
                      </a:cubicBezTo>
                      <a:cubicBezTo>
                        <a:pt x="60008" y="23813"/>
                        <a:pt x="50483" y="12382"/>
                        <a:pt x="37148" y="1238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49" name="Graphic 3"/>
              <p:cNvGrpSpPr/>
              <p:nvPr/>
            </p:nvGrpSpPr>
            <p:grpSpPr>
              <a:xfrm>
                <a:off x="862560" y="1761840"/>
                <a:ext cx="91080" cy="90720"/>
                <a:chOff x="862560" y="1761840"/>
                <a:chExt cx="91080" cy="90720"/>
              </a:xfrm>
            </p:grpSpPr>
            <p:sp>
              <p:nvSpPr>
                <p:cNvPr id="350" name="Freeform: Shape 371"/>
                <p:cNvSpPr/>
                <p:nvPr/>
              </p:nvSpPr>
              <p:spPr>
                <a:xfrm>
                  <a:off x="884520" y="178380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6740"/>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51" name="Freeform: Shape 372"/>
                <p:cNvSpPr/>
                <p:nvPr/>
              </p:nvSpPr>
              <p:spPr>
                <a:xfrm>
                  <a:off x="875880" y="177516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5">
                      <a:moveTo>
                        <a:pt x="24820" y="51490"/>
                      </a:moveTo>
                      <a:cubicBezTo>
                        <a:pt x="10533" y="50538"/>
                        <a:pt x="-897" y="39108"/>
                        <a:pt x="56" y="24820"/>
                      </a:cubicBezTo>
                      <a:cubicBezTo>
                        <a:pt x="1008" y="10533"/>
                        <a:pt x="12438" y="-897"/>
                        <a:pt x="26725" y="56"/>
                      </a:cubicBezTo>
                      <a:cubicBezTo>
                        <a:pt x="41013" y="1008"/>
                        <a:pt x="52443" y="12438"/>
                        <a:pt x="51490" y="26725"/>
                      </a:cubicBezTo>
                      <a:cubicBezTo>
                        <a:pt x="50538" y="41013"/>
                        <a:pt x="39108" y="52443"/>
                        <a:pt x="24820" y="51490"/>
                      </a:cubicBezTo>
                      <a:close/>
                      <a:moveTo>
                        <a:pt x="25773" y="8628"/>
                      </a:moveTo>
                      <a:cubicBezTo>
                        <a:pt x="16248" y="8628"/>
                        <a:pt x="7675" y="15295"/>
                        <a:pt x="7675" y="24820"/>
                      </a:cubicBezTo>
                      <a:cubicBezTo>
                        <a:pt x="7675" y="34346"/>
                        <a:pt x="14343" y="42918"/>
                        <a:pt x="23868" y="42918"/>
                      </a:cubicBezTo>
                      <a:cubicBezTo>
                        <a:pt x="33393" y="42918"/>
                        <a:pt x="41965" y="36250"/>
                        <a:pt x="41965" y="26725"/>
                      </a:cubicBezTo>
                      <a:cubicBezTo>
                        <a:pt x="42918" y="17200"/>
                        <a:pt x="35298" y="8628"/>
                        <a:pt x="25773"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52" name="Freeform: Shape 373"/>
                <p:cNvSpPr/>
                <p:nvPr/>
              </p:nvSpPr>
              <p:spPr>
                <a:xfrm>
                  <a:off x="862560" y="176184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953" y="14288"/>
                        <a:pt x="17145" y="0"/>
                        <a:pt x="37147" y="0"/>
                      </a:cubicBezTo>
                      <a:cubicBezTo>
                        <a:pt x="57150" y="953"/>
                        <a:pt x="71438" y="17145"/>
                        <a:pt x="71438" y="37148"/>
                      </a:cubicBezTo>
                      <a:cubicBezTo>
                        <a:pt x="70485" y="57150"/>
                        <a:pt x="54292" y="72390"/>
                        <a:pt x="34290" y="71438"/>
                      </a:cubicBezTo>
                      <a:close/>
                      <a:moveTo>
                        <a:pt x="37147" y="12383"/>
                      </a:moveTo>
                      <a:cubicBezTo>
                        <a:pt x="23813" y="11430"/>
                        <a:pt x="13335" y="21908"/>
                        <a:pt x="12383" y="35243"/>
                      </a:cubicBezTo>
                      <a:cubicBezTo>
                        <a:pt x="11430" y="48578"/>
                        <a:pt x="21908" y="59055"/>
                        <a:pt x="35242" y="60008"/>
                      </a:cubicBezTo>
                      <a:cubicBezTo>
                        <a:pt x="48578" y="60960"/>
                        <a:pt x="59055" y="50483"/>
                        <a:pt x="60008" y="37148"/>
                      </a:cubicBezTo>
                      <a:cubicBezTo>
                        <a:pt x="60008" y="23813"/>
                        <a:pt x="49530" y="13335"/>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53" name="Graphic 3"/>
              <p:cNvGrpSpPr/>
              <p:nvPr/>
            </p:nvGrpSpPr>
            <p:grpSpPr>
              <a:xfrm>
                <a:off x="470880" y="1815480"/>
                <a:ext cx="91080" cy="90720"/>
                <a:chOff x="470880" y="1815480"/>
                <a:chExt cx="91080" cy="90720"/>
              </a:xfrm>
            </p:grpSpPr>
            <p:sp>
              <p:nvSpPr>
                <p:cNvPr id="354" name="Freeform: Shape 368"/>
                <p:cNvSpPr/>
                <p:nvPr/>
              </p:nvSpPr>
              <p:spPr>
                <a:xfrm>
                  <a:off x="493200" y="18374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3" y="72"/>
                        <a:pt x="39125" y="9597"/>
                        <a:pt x="38172" y="20075"/>
                      </a:cubicBezTo>
                      <a:cubicBezTo>
                        <a:pt x="37220" y="30552"/>
                        <a:pt x="28647" y="39125"/>
                        <a:pt x="18170" y="38172"/>
                      </a:cubicBezTo>
                      <a:close/>
                      <a:moveTo>
                        <a:pt x="19122" y="6740"/>
                      </a:moveTo>
                      <a:cubicBezTo>
                        <a:pt x="12455" y="6740"/>
                        <a:pt x="5787" y="11502"/>
                        <a:pt x="5787" y="19122"/>
                      </a:cubicBezTo>
                      <a:cubicBezTo>
                        <a:pt x="5787" y="25790"/>
                        <a:pt x="10550" y="32457"/>
                        <a:pt x="18170" y="32457"/>
                      </a:cubicBezTo>
                      <a:cubicBezTo>
                        <a:pt x="24837" y="32457"/>
                        <a:pt x="31505" y="27695"/>
                        <a:pt x="31505" y="20075"/>
                      </a:cubicBezTo>
                      <a:cubicBezTo>
                        <a:pt x="31505" y="12455"/>
                        <a:pt x="25790" y="6740"/>
                        <a:pt x="19122"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55" name="Freeform: Shape 369"/>
                <p:cNvSpPr/>
                <p:nvPr/>
              </p:nvSpPr>
              <p:spPr>
                <a:xfrm>
                  <a:off x="483120" y="18288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6">
                      <a:moveTo>
                        <a:pt x="24820" y="51491"/>
                      </a:moveTo>
                      <a:cubicBezTo>
                        <a:pt x="10533" y="50538"/>
                        <a:pt x="-897" y="39108"/>
                        <a:pt x="56" y="24821"/>
                      </a:cubicBezTo>
                      <a:cubicBezTo>
                        <a:pt x="1008" y="10533"/>
                        <a:pt x="12438" y="-897"/>
                        <a:pt x="26725" y="56"/>
                      </a:cubicBezTo>
                      <a:cubicBezTo>
                        <a:pt x="41013" y="1008"/>
                        <a:pt x="52443" y="12438"/>
                        <a:pt x="51490" y="26726"/>
                      </a:cubicBezTo>
                      <a:cubicBezTo>
                        <a:pt x="51490" y="41013"/>
                        <a:pt x="39108" y="52443"/>
                        <a:pt x="24820" y="51491"/>
                      </a:cubicBezTo>
                      <a:close/>
                      <a:moveTo>
                        <a:pt x="26725" y="8628"/>
                      </a:moveTo>
                      <a:cubicBezTo>
                        <a:pt x="17200" y="8628"/>
                        <a:pt x="8628" y="15296"/>
                        <a:pt x="8628" y="24821"/>
                      </a:cubicBezTo>
                      <a:cubicBezTo>
                        <a:pt x="8628" y="34346"/>
                        <a:pt x="15295" y="42918"/>
                        <a:pt x="24820" y="42918"/>
                      </a:cubicBezTo>
                      <a:cubicBezTo>
                        <a:pt x="34345" y="42918"/>
                        <a:pt x="42918" y="36251"/>
                        <a:pt x="42918" y="26726"/>
                      </a:cubicBezTo>
                      <a:cubicBezTo>
                        <a:pt x="43870" y="17201"/>
                        <a:pt x="36250" y="8628"/>
                        <a:pt x="26725"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56" name="Freeform: Shape 370"/>
                <p:cNvSpPr/>
                <p:nvPr/>
              </p:nvSpPr>
              <p:spPr>
                <a:xfrm>
                  <a:off x="470880" y="18154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3"/>
                        <a:pt x="0" y="34290"/>
                      </a:cubicBezTo>
                      <a:cubicBezTo>
                        <a:pt x="952" y="14288"/>
                        <a:pt x="17145" y="0"/>
                        <a:pt x="37147" y="0"/>
                      </a:cubicBezTo>
                      <a:cubicBezTo>
                        <a:pt x="57150" y="0"/>
                        <a:pt x="71438" y="17145"/>
                        <a:pt x="71438" y="37148"/>
                      </a:cubicBezTo>
                      <a:cubicBezTo>
                        <a:pt x="71438" y="57150"/>
                        <a:pt x="53340" y="72390"/>
                        <a:pt x="34290" y="71438"/>
                      </a:cubicBezTo>
                      <a:close/>
                      <a:moveTo>
                        <a:pt x="37147" y="12383"/>
                      </a:moveTo>
                      <a:cubicBezTo>
                        <a:pt x="23813" y="11430"/>
                        <a:pt x="13335" y="21908"/>
                        <a:pt x="12382" y="35243"/>
                      </a:cubicBezTo>
                      <a:cubicBezTo>
                        <a:pt x="11430" y="48577"/>
                        <a:pt x="21907" y="59055"/>
                        <a:pt x="35242" y="60008"/>
                      </a:cubicBezTo>
                      <a:cubicBezTo>
                        <a:pt x="48577" y="60960"/>
                        <a:pt x="59055" y="50483"/>
                        <a:pt x="60007" y="37148"/>
                      </a:cubicBezTo>
                      <a:cubicBezTo>
                        <a:pt x="60007" y="23813"/>
                        <a:pt x="49530" y="13335"/>
                        <a:pt x="37147"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57" name="Graphic 3"/>
              <p:cNvGrpSpPr/>
              <p:nvPr/>
            </p:nvGrpSpPr>
            <p:grpSpPr>
              <a:xfrm>
                <a:off x="1080000" y="2386080"/>
                <a:ext cx="91080" cy="90720"/>
                <a:chOff x="1080000" y="2386080"/>
                <a:chExt cx="91080" cy="90720"/>
              </a:xfrm>
            </p:grpSpPr>
            <p:sp>
              <p:nvSpPr>
                <p:cNvPr id="358" name="Freeform: Shape 365"/>
                <p:cNvSpPr/>
                <p:nvPr/>
              </p:nvSpPr>
              <p:spPr>
                <a:xfrm>
                  <a:off x="1101960" y="24080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5790"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59" name="Freeform: Shape 366"/>
                <p:cNvSpPr/>
                <p:nvPr/>
              </p:nvSpPr>
              <p:spPr>
                <a:xfrm>
                  <a:off x="1092240" y="239940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6">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2443"/>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60" name="Freeform: Shape 367"/>
                <p:cNvSpPr/>
                <p:nvPr/>
              </p:nvSpPr>
              <p:spPr>
                <a:xfrm>
                  <a:off x="1080000" y="23860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0" y="14288"/>
                        <a:pt x="17145" y="0"/>
                        <a:pt x="37148" y="0"/>
                      </a:cubicBezTo>
                      <a:cubicBezTo>
                        <a:pt x="57150" y="952"/>
                        <a:pt x="71438" y="17145"/>
                        <a:pt x="71438" y="37147"/>
                      </a:cubicBezTo>
                      <a:cubicBezTo>
                        <a:pt x="71438" y="57150"/>
                        <a:pt x="53340" y="72390"/>
                        <a:pt x="34290" y="71438"/>
                      </a:cubicBezTo>
                      <a:close/>
                      <a:moveTo>
                        <a:pt x="36195" y="12383"/>
                      </a:moveTo>
                      <a:cubicBezTo>
                        <a:pt x="22860" y="11430"/>
                        <a:pt x="12383" y="21908"/>
                        <a:pt x="11430" y="35242"/>
                      </a:cubicBezTo>
                      <a:cubicBezTo>
                        <a:pt x="10478" y="48577"/>
                        <a:pt x="20955" y="59055"/>
                        <a:pt x="34290" y="60008"/>
                      </a:cubicBezTo>
                      <a:cubicBezTo>
                        <a:pt x="47625" y="60960"/>
                        <a:pt x="58103" y="50483"/>
                        <a:pt x="59055" y="37147"/>
                      </a:cubicBezTo>
                      <a:cubicBezTo>
                        <a:pt x="60008"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61" name="Graphic 3"/>
              <p:cNvGrpSpPr/>
              <p:nvPr/>
            </p:nvGrpSpPr>
            <p:grpSpPr>
              <a:xfrm>
                <a:off x="1405080" y="2260080"/>
                <a:ext cx="91080" cy="90720"/>
                <a:chOff x="1405080" y="2260080"/>
                <a:chExt cx="91080" cy="90720"/>
              </a:xfrm>
            </p:grpSpPr>
            <p:sp>
              <p:nvSpPr>
                <p:cNvPr id="362" name="Freeform: Shape 362"/>
                <p:cNvSpPr/>
                <p:nvPr/>
              </p:nvSpPr>
              <p:spPr>
                <a:xfrm>
                  <a:off x="1427040" y="228204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7220" y="29600"/>
                        <a:pt x="28647" y="38172"/>
                        <a:pt x="18170" y="38172"/>
                      </a:cubicBezTo>
                      <a:close/>
                      <a:moveTo>
                        <a:pt x="19122" y="5787"/>
                      </a:moveTo>
                      <a:cubicBezTo>
                        <a:pt x="12455" y="5787"/>
                        <a:pt x="5787" y="10550"/>
                        <a:pt x="5787" y="18170"/>
                      </a:cubicBezTo>
                      <a:cubicBezTo>
                        <a:pt x="5787" y="24837"/>
                        <a:pt x="10550" y="31505"/>
                        <a:pt x="18170" y="31505"/>
                      </a:cubicBezTo>
                      <a:cubicBezTo>
                        <a:pt x="24837" y="31505"/>
                        <a:pt x="31505" y="26742"/>
                        <a:pt x="31505" y="19122"/>
                      </a:cubicBezTo>
                      <a:cubicBezTo>
                        <a:pt x="31505" y="12455"/>
                        <a:pt x="26742" y="5787"/>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63" name="Freeform: Shape 363"/>
                <p:cNvSpPr/>
                <p:nvPr/>
              </p:nvSpPr>
              <p:spPr>
                <a:xfrm>
                  <a:off x="1417320" y="227376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6" h="51490">
                      <a:moveTo>
                        <a:pt x="24821" y="51490"/>
                      </a:moveTo>
                      <a:cubicBezTo>
                        <a:pt x="10533" y="50538"/>
                        <a:pt x="-897" y="39108"/>
                        <a:pt x="55" y="24820"/>
                      </a:cubicBezTo>
                      <a:cubicBezTo>
                        <a:pt x="1008" y="10533"/>
                        <a:pt x="12438" y="-897"/>
                        <a:pt x="26726" y="56"/>
                      </a:cubicBezTo>
                      <a:cubicBezTo>
                        <a:pt x="41013" y="1008"/>
                        <a:pt x="52443" y="12438"/>
                        <a:pt x="51491" y="26725"/>
                      </a:cubicBezTo>
                      <a:cubicBezTo>
                        <a:pt x="51491" y="41013"/>
                        <a:pt x="40060" y="51490"/>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64" name="Freeform: Shape 364"/>
                <p:cNvSpPr/>
                <p:nvPr/>
              </p:nvSpPr>
              <p:spPr>
                <a:xfrm>
                  <a:off x="1405080" y="226008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2"/>
                        <a:pt x="0" y="34290"/>
                      </a:cubicBezTo>
                      <a:cubicBezTo>
                        <a:pt x="0" y="14288"/>
                        <a:pt x="17145" y="0"/>
                        <a:pt x="37148" y="0"/>
                      </a:cubicBezTo>
                      <a:cubicBezTo>
                        <a:pt x="57150" y="0"/>
                        <a:pt x="71438" y="17145"/>
                        <a:pt x="71438" y="37147"/>
                      </a:cubicBezTo>
                      <a:cubicBezTo>
                        <a:pt x="70485" y="56197"/>
                        <a:pt x="54292" y="71438"/>
                        <a:pt x="34290" y="71438"/>
                      </a:cubicBezTo>
                      <a:close/>
                      <a:moveTo>
                        <a:pt x="37148" y="12383"/>
                      </a:moveTo>
                      <a:cubicBezTo>
                        <a:pt x="23813" y="11430"/>
                        <a:pt x="13335" y="21908"/>
                        <a:pt x="12383" y="35242"/>
                      </a:cubicBezTo>
                      <a:cubicBezTo>
                        <a:pt x="11430" y="48578"/>
                        <a:pt x="21908" y="59055"/>
                        <a:pt x="35242" y="60008"/>
                      </a:cubicBezTo>
                      <a:cubicBezTo>
                        <a:pt x="48578" y="60960"/>
                        <a:pt x="59055" y="50483"/>
                        <a:pt x="60008" y="37147"/>
                      </a:cubicBezTo>
                      <a:cubicBezTo>
                        <a:pt x="60008" y="23813"/>
                        <a:pt x="49530" y="12383"/>
                        <a:pt x="37148"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65" name="Graphic 3"/>
              <p:cNvGrpSpPr/>
              <p:nvPr/>
            </p:nvGrpSpPr>
            <p:grpSpPr>
              <a:xfrm>
                <a:off x="694440" y="2367720"/>
                <a:ext cx="91080" cy="90720"/>
                <a:chOff x="694440" y="2367720"/>
                <a:chExt cx="91080" cy="90720"/>
              </a:xfrm>
            </p:grpSpPr>
            <p:sp>
              <p:nvSpPr>
                <p:cNvPr id="366" name="Freeform: Shape 359"/>
                <p:cNvSpPr/>
                <p:nvPr/>
              </p:nvSpPr>
              <p:spPr>
                <a:xfrm>
                  <a:off x="715320" y="238968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2"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6740"/>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67" name="Freeform: Shape 360"/>
                <p:cNvSpPr/>
                <p:nvPr/>
              </p:nvSpPr>
              <p:spPr>
                <a:xfrm>
                  <a:off x="706680" y="238104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6">
                      <a:moveTo>
                        <a:pt x="24820" y="51491"/>
                      </a:moveTo>
                      <a:cubicBezTo>
                        <a:pt x="10533" y="50538"/>
                        <a:pt x="-897" y="39108"/>
                        <a:pt x="56" y="24821"/>
                      </a:cubicBezTo>
                      <a:cubicBezTo>
                        <a:pt x="1008" y="10533"/>
                        <a:pt x="12438" y="-897"/>
                        <a:pt x="26726" y="55"/>
                      </a:cubicBezTo>
                      <a:cubicBezTo>
                        <a:pt x="41013" y="1008"/>
                        <a:pt x="52443" y="12438"/>
                        <a:pt x="51490" y="26726"/>
                      </a:cubicBezTo>
                      <a:cubicBezTo>
                        <a:pt x="51490" y="41013"/>
                        <a:pt x="39108" y="52443"/>
                        <a:pt x="24820" y="51491"/>
                      </a:cubicBezTo>
                      <a:close/>
                      <a:moveTo>
                        <a:pt x="26726" y="8628"/>
                      </a:moveTo>
                      <a:cubicBezTo>
                        <a:pt x="17201" y="8628"/>
                        <a:pt x="8628" y="15296"/>
                        <a:pt x="8628" y="24821"/>
                      </a:cubicBezTo>
                      <a:cubicBezTo>
                        <a:pt x="8628" y="34346"/>
                        <a:pt x="15295" y="42918"/>
                        <a:pt x="24820" y="42918"/>
                      </a:cubicBezTo>
                      <a:cubicBezTo>
                        <a:pt x="34345" y="42918"/>
                        <a:pt x="42918" y="36251"/>
                        <a:pt x="42918" y="26726"/>
                      </a:cubicBezTo>
                      <a:cubicBezTo>
                        <a:pt x="43870" y="17201"/>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68" name="Freeform: Shape 361"/>
                <p:cNvSpPr/>
                <p:nvPr/>
              </p:nvSpPr>
              <p:spPr>
                <a:xfrm>
                  <a:off x="694440" y="23677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952" y="14288"/>
                        <a:pt x="17145" y="0"/>
                        <a:pt x="37147" y="0"/>
                      </a:cubicBezTo>
                      <a:cubicBezTo>
                        <a:pt x="57150" y="0"/>
                        <a:pt x="71438" y="17145"/>
                        <a:pt x="71438" y="37147"/>
                      </a:cubicBezTo>
                      <a:cubicBezTo>
                        <a:pt x="69533" y="57150"/>
                        <a:pt x="53340" y="72390"/>
                        <a:pt x="34290" y="71438"/>
                      </a:cubicBezTo>
                      <a:close/>
                      <a:moveTo>
                        <a:pt x="36195" y="12383"/>
                      </a:moveTo>
                      <a:cubicBezTo>
                        <a:pt x="22860" y="11430"/>
                        <a:pt x="12383" y="21908"/>
                        <a:pt x="11430" y="35242"/>
                      </a:cubicBezTo>
                      <a:cubicBezTo>
                        <a:pt x="10477" y="48577"/>
                        <a:pt x="20955" y="59055"/>
                        <a:pt x="34290" y="60008"/>
                      </a:cubicBezTo>
                      <a:cubicBezTo>
                        <a:pt x="47625" y="60960"/>
                        <a:pt x="58102" y="50483"/>
                        <a:pt x="59055" y="37147"/>
                      </a:cubicBezTo>
                      <a:cubicBezTo>
                        <a:pt x="60008" y="23813"/>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69" name="Graphic 3"/>
              <p:cNvGrpSpPr/>
              <p:nvPr/>
            </p:nvGrpSpPr>
            <p:grpSpPr>
              <a:xfrm>
                <a:off x="296640" y="2254320"/>
                <a:ext cx="91080" cy="90720"/>
                <a:chOff x="296640" y="2254320"/>
                <a:chExt cx="91080" cy="90720"/>
              </a:xfrm>
            </p:grpSpPr>
            <p:sp>
              <p:nvSpPr>
                <p:cNvPr id="370" name="Freeform: Shape 356"/>
                <p:cNvSpPr/>
                <p:nvPr/>
              </p:nvSpPr>
              <p:spPr>
                <a:xfrm>
                  <a:off x="317520" y="227592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1025" y="7692"/>
                        <a:pt x="9597" y="-880"/>
                        <a:pt x="20075" y="72"/>
                      </a:cubicBezTo>
                      <a:cubicBezTo>
                        <a:pt x="30552" y="72"/>
                        <a:pt x="39125" y="9597"/>
                        <a:pt x="38172" y="20075"/>
                      </a:cubicBezTo>
                      <a:cubicBezTo>
                        <a:pt x="38172" y="29600"/>
                        <a:pt x="28647" y="38172"/>
                        <a:pt x="18170" y="38172"/>
                      </a:cubicBezTo>
                      <a:close/>
                      <a:moveTo>
                        <a:pt x="20075" y="5787"/>
                      </a:moveTo>
                      <a:cubicBezTo>
                        <a:pt x="13407" y="5787"/>
                        <a:pt x="6740" y="10550"/>
                        <a:pt x="6740" y="18170"/>
                      </a:cubicBezTo>
                      <a:cubicBezTo>
                        <a:pt x="6740" y="24837"/>
                        <a:pt x="11502" y="31505"/>
                        <a:pt x="19122" y="31505"/>
                      </a:cubicBezTo>
                      <a:cubicBezTo>
                        <a:pt x="25790" y="31505"/>
                        <a:pt x="32457" y="26742"/>
                        <a:pt x="32457" y="19122"/>
                      </a:cubicBezTo>
                      <a:cubicBezTo>
                        <a:pt x="32457" y="12455"/>
                        <a:pt x="26742" y="5787"/>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71" name="Freeform: Shape 357"/>
                <p:cNvSpPr/>
                <p:nvPr/>
              </p:nvSpPr>
              <p:spPr>
                <a:xfrm>
                  <a:off x="308880" y="226764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5">
                      <a:moveTo>
                        <a:pt x="24821" y="51490"/>
                      </a:moveTo>
                      <a:cubicBezTo>
                        <a:pt x="10533" y="50538"/>
                        <a:pt x="-897" y="39108"/>
                        <a:pt x="55" y="24820"/>
                      </a:cubicBezTo>
                      <a:cubicBezTo>
                        <a:pt x="1008" y="10533"/>
                        <a:pt x="12438" y="-897"/>
                        <a:pt x="26726" y="56"/>
                      </a:cubicBezTo>
                      <a:cubicBezTo>
                        <a:pt x="41013" y="1008"/>
                        <a:pt x="52443" y="12438"/>
                        <a:pt x="51491" y="26725"/>
                      </a:cubicBezTo>
                      <a:cubicBezTo>
                        <a:pt x="51491" y="41013"/>
                        <a:pt x="39108" y="52443"/>
                        <a:pt x="24821" y="51490"/>
                      </a:cubicBezTo>
                      <a:close/>
                      <a:moveTo>
                        <a:pt x="26726" y="7675"/>
                      </a:moveTo>
                      <a:cubicBezTo>
                        <a:pt x="17201" y="7675"/>
                        <a:pt x="8628" y="14343"/>
                        <a:pt x="8628" y="23868"/>
                      </a:cubicBezTo>
                      <a:cubicBezTo>
                        <a:pt x="8628" y="33393"/>
                        <a:pt x="15296" y="41965"/>
                        <a:pt x="24821" y="41965"/>
                      </a:cubicBezTo>
                      <a:cubicBezTo>
                        <a:pt x="34346" y="41965"/>
                        <a:pt x="42918" y="35298"/>
                        <a:pt x="42918" y="25773"/>
                      </a:cubicBezTo>
                      <a:cubicBezTo>
                        <a:pt x="43871" y="16248"/>
                        <a:pt x="36251" y="8628"/>
                        <a:pt x="26726" y="767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72" name="Freeform: Shape 358"/>
                <p:cNvSpPr/>
                <p:nvPr/>
              </p:nvSpPr>
              <p:spPr>
                <a:xfrm>
                  <a:off x="296640" y="22543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0" y="14288"/>
                        <a:pt x="17145" y="0"/>
                        <a:pt x="37148" y="0"/>
                      </a:cubicBezTo>
                      <a:cubicBezTo>
                        <a:pt x="57150" y="953"/>
                        <a:pt x="71438" y="17145"/>
                        <a:pt x="71438" y="37147"/>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7"/>
                      </a:cubicBezTo>
                      <a:cubicBezTo>
                        <a:pt x="59055" y="23813"/>
                        <a:pt x="49530" y="12383"/>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73" name="Graphic 3"/>
              <p:cNvGrpSpPr/>
              <p:nvPr/>
            </p:nvGrpSpPr>
            <p:grpSpPr>
              <a:xfrm>
                <a:off x="133560" y="2163600"/>
                <a:ext cx="91080" cy="90720"/>
                <a:chOff x="133560" y="2163600"/>
                <a:chExt cx="91080" cy="90720"/>
              </a:xfrm>
            </p:grpSpPr>
            <p:sp>
              <p:nvSpPr>
                <p:cNvPr id="374" name="Freeform: Shape 353"/>
                <p:cNvSpPr/>
                <p:nvPr/>
              </p:nvSpPr>
              <p:spPr>
                <a:xfrm>
                  <a:off x="155520" y="218556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7220" y="30553"/>
                        <a:pt x="28647" y="38172"/>
                        <a:pt x="18170" y="38172"/>
                      </a:cubicBezTo>
                      <a:close/>
                      <a:moveTo>
                        <a:pt x="19122" y="5787"/>
                      </a:moveTo>
                      <a:cubicBezTo>
                        <a:pt x="12455" y="5787"/>
                        <a:pt x="5787" y="10550"/>
                        <a:pt x="5787" y="18170"/>
                      </a:cubicBezTo>
                      <a:cubicBezTo>
                        <a:pt x="5787" y="25790"/>
                        <a:pt x="10550" y="31505"/>
                        <a:pt x="18170" y="31505"/>
                      </a:cubicBezTo>
                      <a:cubicBezTo>
                        <a:pt x="24837" y="31505"/>
                        <a:pt x="31505" y="26742"/>
                        <a:pt x="31505" y="19122"/>
                      </a:cubicBezTo>
                      <a:cubicBezTo>
                        <a:pt x="31505" y="12455"/>
                        <a:pt x="25790" y="6740"/>
                        <a:pt x="19122"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75" name="Freeform: Shape 354"/>
                <p:cNvSpPr/>
                <p:nvPr/>
              </p:nvSpPr>
              <p:spPr>
                <a:xfrm>
                  <a:off x="145800" y="217728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5" h="51546">
                      <a:moveTo>
                        <a:pt x="24820" y="51491"/>
                      </a:moveTo>
                      <a:cubicBezTo>
                        <a:pt x="10533" y="50538"/>
                        <a:pt x="-897" y="39108"/>
                        <a:pt x="56" y="24821"/>
                      </a:cubicBezTo>
                      <a:cubicBezTo>
                        <a:pt x="1008" y="10533"/>
                        <a:pt x="12438" y="-897"/>
                        <a:pt x="26725" y="55"/>
                      </a:cubicBezTo>
                      <a:cubicBezTo>
                        <a:pt x="41013" y="1008"/>
                        <a:pt x="52443" y="12438"/>
                        <a:pt x="51490" y="26726"/>
                      </a:cubicBezTo>
                      <a:cubicBezTo>
                        <a:pt x="51490" y="41013"/>
                        <a:pt x="39108" y="52443"/>
                        <a:pt x="24820" y="51491"/>
                      </a:cubicBezTo>
                      <a:close/>
                      <a:moveTo>
                        <a:pt x="26725" y="8628"/>
                      </a:moveTo>
                      <a:cubicBezTo>
                        <a:pt x="17200" y="8628"/>
                        <a:pt x="8628" y="15296"/>
                        <a:pt x="8628" y="24821"/>
                      </a:cubicBezTo>
                      <a:cubicBezTo>
                        <a:pt x="8628" y="34346"/>
                        <a:pt x="15295" y="42918"/>
                        <a:pt x="24820" y="42918"/>
                      </a:cubicBezTo>
                      <a:cubicBezTo>
                        <a:pt x="34345" y="42918"/>
                        <a:pt x="42918" y="36251"/>
                        <a:pt x="42918" y="26726"/>
                      </a:cubicBezTo>
                      <a:cubicBezTo>
                        <a:pt x="43870" y="17201"/>
                        <a:pt x="36250" y="8628"/>
                        <a:pt x="26725"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76" name="Freeform: Shape 355"/>
                <p:cNvSpPr/>
                <p:nvPr/>
              </p:nvSpPr>
              <p:spPr>
                <a:xfrm>
                  <a:off x="133560" y="21636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0" y="14288"/>
                        <a:pt x="17145" y="0"/>
                        <a:pt x="37147" y="0"/>
                      </a:cubicBezTo>
                      <a:cubicBezTo>
                        <a:pt x="57150" y="952"/>
                        <a:pt x="71438" y="17145"/>
                        <a:pt x="71438" y="37147"/>
                      </a:cubicBezTo>
                      <a:cubicBezTo>
                        <a:pt x="70485" y="57150"/>
                        <a:pt x="53340" y="72390"/>
                        <a:pt x="34290" y="71438"/>
                      </a:cubicBezTo>
                      <a:close/>
                      <a:moveTo>
                        <a:pt x="37147" y="12382"/>
                      </a:moveTo>
                      <a:cubicBezTo>
                        <a:pt x="23813" y="11430"/>
                        <a:pt x="13335" y="21907"/>
                        <a:pt x="12382" y="35242"/>
                      </a:cubicBezTo>
                      <a:cubicBezTo>
                        <a:pt x="11430" y="48577"/>
                        <a:pt x="21907" y="59055"/>
                        <a:pt x="35242" y="60007"/>
                      </a:cubicBezTo>
                      <a:cubicBezTo>
                        <a:pt x="48577" y="60960"/>
                        <a:pt x="59055" y="50482"/>
                        <a:pt x="60007" y="37147"/>
                      </a:cubicBezTo>
                      <a:cubicBezTo>
                        <a:pt x="60007" y="23813"/>
                        <a:pt x="49530" y="13335"/>
                        <a:pt x="37147" y="1238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77" name="Graphic 3"/>
              <p:cNvGrpSpPr/>
              <p:nvPr/>
            </p:nvGrpSpPr>
            <p:grpSpPr>
              <a:xfrm>
                <a:off x="603720" y="3400200"/>
                <a:ext cx="91080" cy="90720"/>
                <a:chOff x="603720" y="3400200"/>
                <a:chExt cx="91080" cy="90720"/>
              </a:xfrm>
            </p:grpSpPr>
            <p:sp>
              <p:nvSpPr>
                <p:cNvPr id="378" name="Freeform: Shape 350"/>
                <p:cNvSpPr/>
                <p:nvPr/>
              </p:nvSpPr>
              <p:spPr>
                <a:xfrm>
                  <a:off x="625680" y="342072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244">
                      <a:moveTo>
                        <a:pt x="18170" y="38172"/>
                      </a:moveTo>
                      <a:cubicBezTo>
                        <a:pt x="7692" y="38172"/>
                        <a:pt x="-880" y="28647"/>
                        <a:pt x="72" y="18170"/>
                      </a:cubicBezTo>
                      <a:cubicBezTo>
                        <a:pt x="72" y="7692"/>
                        <a:pt x="9597" y="-880"/>
                        <a:pt x="20075" y="72"/>
                      </a:cubicBezTo>
                      <a:cubicBezTo>
                        <a:pt x="30552" y="72"/>
                        <a:pt x="39125" y="9597"/>
                        <a:pt x="38172" y="20075"/>
                      </a:cubicBezTo>
                      <a:cubicBezTo>
                        <a:pt x="37220" y="30552"/>
                        <a:pt x="28647" y="39125"/>
                        <a:pt x="18170" y="38172"/>
                      </a:cubicBezTo>
                      <a:close/>
                      <a:moveTo>
                        <a:pt x="19122" y="6740"/>
                      </a:moveTo>
                      <a:cubicBezTo>
                        <a:pt x="12455" y="6740"/>
                        <a:pt x="5787" y="11502"/>
                        <a:pt x="5787" y="19122"/>
                      </a:cubicBezTo>
                      <a:cubicBezTo>
                        <a:pt x="5787" y="26742"/>
                        <a:pt x="10550" y="32457"/>
                        <a:pt x="18170" y="32457"/>
                      </a:cubicBezTo>
                      <a:cubicBezTo>
                        <a:pt x="24837" y="32457"/>
                        <a:pt x="31505" y="27695"/>
                        <a:pt x="31505" y="20075"/>
                      </a:cubicBezTo>
                      <a:cubicBezTo>
                        <a:pt x="31505" y="13407"/>
                        <a:pt x="25790" y="6740"/>
                        <a:pt x="19122" y="6740"/>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79" name="Freeform: Shape 351"/>
                <p:cNvSpPr/>
                <p:nvPr/>
              </p:nvSpPr>
              <p:spPr>
                <a:xfrm>
                  <a:off x="615960" y="3413520"/>
                  <a:ext cx="65520" cy="64800"/>
                </a:xfrm>
                <a:custGeom>
                  <a:avLst/>
                  <a:gdLst>
                    <a:gd name="textAreaLeft" fmla="*/ 0 w 65520"/>
                    <a:gd name="textAreaRight" fmla="*/ 66600 w 65520"/>
                    <a:gd name="textAreaTop" fmla="*/ 0 h 64800"/>
                    <a:gd name="textAreaBottom" fmla="*/ 65880 h 64800"/>
                  </a:gdLst>
                  <a:ahLst/>
                  <a:cxnLst/>
                  <a:rect l="textAreaLeft" t="textAreaTop" r="textAreaRight" b="textAreaBottom"/>
                  <a:pathLst>
                    <a:path w="51546" h="51490">
                      <a:moveTo>
                        <a:pt x="24821" y="51491"/>
                      </a:moveTo>
                      <a:cubicBezTo>
                        <a:pt x="10533" y="50538"/>
                        <a:pt x="-897" y="39108"/>
                        <a:pt x="55" y="24821"/>
                      </a:cubicBezTo>
                      <a:cubicBezTo>
                        <a:pt x="1008" y="10533"/>
                        <a:pt x="12438" y="-897"/>
                        <a:pt x="26726" y="55"/>
                      </a:cubicBezTo>
                      <a:cubicBezTo>
                        <a:pt x="41013" y="1008"/>
                        <a:pt x="52443" y="12438"/>
                        <a:pt x="51491" y="26726"/>
                      </a:cubicBezTo>
                      <a:cubicBezTo>
                        <a:pt x="51491" y="41013"/>
                        <a:pt x="39108" y="51491"/>
                        <a:pt x="24821" y="51491"/>
                      </a:cubicBezTo>
                      <a:close/>
                      <a:moveTo>
                        <a:pt x="26726" y="7676"/>
                      </a:moveTo>
                      <a:cubicBezTo>
                        <a:pt x="17201" y="7676"/>
                        <a:pt x="8628" y="14343"/>
                        <a:pt x="8628" y="23868"/>
                      </a:cubicBezTo>
                      <a:cubicBezTo>
                        <a:pt x="8628" y="33393"/>
                        <a:pt x="15296" y="41966"/>
                        <a:pt x="24821" y="41966"/>
                      </a:cubicBezTo>
                      <a:cubicBezTo>
                        <a:pt x="34346" y="41966"/>
                        <a:pt x="42918" y="35298"/>
                        <a:pt x="42918" y="25773"/>
                      </a:cubicBezTo>
                      <a:cubicBezTo>
                        <a:pt x="43871" y="16248"/>
                        <a:pt x="36251" y="8628"/>
                        <a:pt x="26726" y="7676"/>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0880" rIns="90000" bIns="2088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0" name="Freeform: Shape 352"/>
                <p:cNvSpPr/>
                <p:nvPr/>
              </p:nvSpPr>
              <p:spPr>
                <a:xfrm>
                  <a:off x="603720" y="340020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37">
                      <a:moveTo>
                        <a:pt x="34290" y="71438"/>
                      </a:moveTo>
                      <a:cubicBezTo>
                        <a:pt x="14288" y="70485"/>
                        <a:pt x="0" y="54292"/>
                        <a:pt x="0" y="34290"/>
                      </a:cubicBezTo>
                      <a:cubicBezTo>
                        <a:pt x="953" y="14288"/>
                        <a:pt x="17145" y="0"/>
                        <a:pt x="37148" y="0"/>
                      </a:cubicBezTo>
                      <a:cubicBezTo>
                        <a:pt x="57150" y="952"/>
                        <a:pt x="71438" y="17145"/>
                        <a:pt x="71438" y="37147"/>
                      </a:cubicBezTo>
                      <a:cubicBezTo>
                        <a:pt x="70485" y="56197"/>
                        <a:pt x="53340" y="71438"/>
                        <a:pt x="34290" y="71438"/>
                      </a:cubicBezTo>
                      <a:close/>
                      <a:moveTo>
                        <a:pt x="37148" y="12383"/>
                      </a:moveTo>
                      <a:cubicBezTo>
                        <a:pt x="23813" y="11430"/>
                        <a:pt x="13335" y="21908"/>
                        <a:pt x="12383" y="35242"/>
                      </a:cubicBezTo>
                      <a:cubicBezTo>
                        <a:pt x="11430" y="48577"/>
                        <a:pt x="21908" y="59055"/>
                        <a:pt x="35243" y="60008"/>
                      </a:cubicBezTo>
                      <a:cubicBezTo>
                        <a:pt x="48578" y="60960"/>
                        <a:pt x="59055" y="50483"/>
                        <a:pt x="60008" y="37147"/>
                      </a:cubicBezTo>
                      <a:cubicBezTo>
                        <a:pt x="60008" y="23813"/>
                        <a:pt x="49530" y="12383"/>
                        <a:pt x="37148"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81" name="Graphic 3"/>
              <p:cNvGrpSpPr/>
              <p:nvPr/>
            </p:nvGrpSpPr>
            <p:grpSpPr>
              <a:xfrm>
                <a:off x="1104480" y="3105720"/>
                <a:ext cx="91080" cy="90720"/>
                <a:chOff x="1104480" y="3105720"/>
                <a:chExt cx="91080" cy="90720"/>
              </a:xfrm>
            </p:grpSpPr>
            <p:sp>
              <p:nvSpPr>
                <p:cNvPr id="382" name="Freeform: Shape 347"/>
                <p:cNvSpPr/>
                <p:nvPr/>
              </p:nvSpPr>
              <p:spPr>
                <a:xfrm>
                  <a:off x="1125360" y="3127680"/>
                  <a:ext cx="48240" cy="47880"/>
                </a:xfrm>
                <a:custGeom>
                  <a:avLst/>
                  <a:gdLst>
                    <a:gd name="textAreaLeft" fmla="*/ 0 w 48240"/>
                    <a:gd name="textAreaRight" fmla="*/ 49320 w 48240"/>
                    <a:gd name="textAreaTop" fmla="*/ 0 h 47880"/>
                    <a:gd name="textAreaBottom" fmla="*/ 48960 h 47880"/>
                  </a:gdLst>
                  <a:ahLst/>
                  <a:cxnLst/>
                  <a:rect l="textAreaLeft" t="textAreaTop" r="textAreaRight" b="textAreaBottom"/>
                  <a:pathLst>
                    <a:path w="38244" h="38172">
                      <a:moveTo>
                        <a:pt x="18170" y="38172"/>
                      </a:moveTo>
                      <a:cubicBezTo>
                        <a:pt x="7692" y="38172"/>
                        <a:pt x="-880" y="28647"/>
                        <a:pt x="72" y="18170"/>
                      </a:cubicBezTo>
                      <a:cubicBezTo>
                        <a:pt x="72" y="7692"/>
                        <a:pt x="9597" y="-880"/>
                        <a:pt x="20075" y="72"/>
                      </a:cubicBezTo>
                      <a:cubicBezTo>
                        <a:pt x="30553" y="72"/>
                        <a:pt x="39125" y="9597"/>
                        <a:pt x="38172" y="20075"/>
                      </a:cubicBezTo>
                      <a:cubicBezTo>
                        <a:pt x="38172" y="30552"/>
                        <a:pt x="28647" y="38172"/>
                        <a:pt x="18170" y="38172"/>
                      </a:cubicBezTo>
                      <a:close/>
                      <a:moveTo>
                        <a:pt x="20075" y="5787"/>
                      </a:moveTo>
                      <a:cubicBezTo>
                        <a:pt x="13407" y="5787"/>
                        <a:pt x="6740" y="10550"/>
                        <a:pt x="6740" y="18170"/>
                      </a:cubicBezTo>
                      <a:cubicBezTo>
                        <a:pt x="6740" y="24837"/>
                        <a:pt x="11503" y="31505"/>
                        <a:pt x="19122" y="31505"/>
                      </a:cubicBezTo>
                      <a:cubicBezTo>
                        <a:pt x="25790" y="31505"/>
                        <a:pt x="32457" y="26742"/>
                        <a:pt x="32457" y="19122"/>
                      </a:cubicBezTo>
                      <a:cubicBezTo>
                        <a:pt x="32457" y="12455"/>
                        <a:pt x="26742" y="6740"/>
                        <a:pt x="20075" y="5787"/>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960" rIns="90000" bIns="39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3" name="Freeform: Shape 348"/>
                <p:cNvSpPr/>
                <p:nvPr/>
              </p:nvSpPr>
              <p:spPr>
                <a:xfrm>
                  <a:off x="1116720" y="3119040"/>
                  <a:ext cx="65520" cy="65160"/>
                </a:xfrm>
                <a:custGeom>
                  <a:avLst/>
                  <a:gdLst>
                    <a:gd name="textAreaLeft" fmla="*/ 0 w 65520"/>
                    <a:gd name="textAreaRight" fmla="*/ 66600 w 65520"/>
                    <a:gd name="textAreaTop" fmla="*/ 0 h 65160"/>
                    <a:gd name="textAreaBottom" fmla="*/ 66240 h 65160"/>
                  </a:gdLst>
                  <a:ahLst/>
                  <a:cxnLst/>
                  <a:rect l="textAreaLeft" t="textAreaTop" r="textAreaRight" b="textAreaBottom"/>
                  <a:pathLst>
                    <a:path w="51546" h="51545">
                      <a:moveTo>
                        <a:pt x="24821" y="51490"/>
                      </a:moveTo>
                      <a:cubicBezTo>
                        <a:pt x="10533" y="50538"/>
                        <a:pt x="-897" y="39108"/>
                        <a:pt x="55" y="24820"/>
                      </a:cubicBezTo>
                      <a:cubicBezTo>
                        <a:pt x="1008" y="10533"/>
                        <a:pt x="12438" y="-897"/>
                        <a:pt x="26726" y="56"/>
                      </a:cubicBezTo>
                      <a:cubicBezTo>
                        <a:pt x="41013" y="1008"/>
                        <a:pt x="52443" y="12438"/>
                        <a:pt x="51491" y="26726"/>
                      </a:cubicBezTo>
                      <a:cubicBezTo>
                        <a:pt x="51491" y="41013"/>
                        <a:pt x="39108" y="52443"/>
                        <a:pt x="24821" y="51490"/>
                      </a:cubicBezTo>
                      <a:close/>
                      <a:moveTo>
                        <a:pt x="26726" y="8628"/>
                      </a:moveTo>
                      <a:cubicBezTo>
                        <a:pt x="17201" y="8628"/>
                        <a:pt x="8628" y="15295"/>
                        <a:pt x="8628" y="24820"/>
                      </a:cubicBezTo>
                      <a:cubicBezTo>
                        <a:pt x="8628" y="34345"/>
                        <a:pt x="15296" y="42918"/>
                        <a:pt x="24821" y="42918"/>
                      </a:cubicBezTo>
                      <a:cubicBezTo>
                        <a:pt x="34346" y="42918"/>
                        <a:pt x="42918" y="36251"/>
                        <a:pt x="42918" y="26726"/>
                      </a:cubicBezTo>
                      <a:cubicBezTo>
                        <a:pt x="43871" y="16248"/>
                        <a:pt x="36251" y="8628"/>
                        <a:pt x="26726" y="8628"/>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21240" rIns="90000" bIns="2124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4" name="Freeform: Shape 349"/>
                <p:cNvSpPr/>
                <p:nvPr/>
              </p:nvSpPr>
              <p:spPr>
                <a:xfrm>
                  <a:off x="1104480" y="3105720"/>
                  <a:ext cx="91080" cy="90720"/>
                </a:xfrm>
                <a:custGeom>
                  <a:avLst/>
                  <a:gdLst>
                    <a:gd name="textAreaLeft" fmla="*/ 0 w 91080"/>
                    <a:gd name="textAreaRight" fmla="*/ 92160 w 91080"/>
                    <a:gd name="textAreaTop" fmla="*/ 0 h 90720"/>
                    <a:gd name="textAreaBottom" fmla="*/ 91800 h 90720"/>
                  </a:gdLst>
                  <a:ahLst/>
                  <a:cxnLst/>
                  <a:rect l="textAreaLeft" t="textAreaTop" r="textAreaRight" b="textAreaBottom"/>
                  <a:pathLst>
                    <a:path w="71437" h="71479">
                      <a:moveTo>
                        <a:pt x="34290" y="71438"/>
                      </a:moveTo>
                      <a:cubicBezTo>
                        <a:pt x="14288" y="70485"/>
                        <a:pt x="0" y="54292"/>
                        <a:pt x="0" y="34290"/>
                      </a:cubicBezTo>
                      <a:cubicBezTo>
                        <a:pt x="0" y="14288"/>
                        <a:pt x="17145" y="0"/>
                        <a:pt x="37148" y="0"/>
                      </a:cubicBezTo>
                      <a:cubicBezTo>
                        <a:pt x="57150" y="0"/>
                        <a:pt x="71438" y="17145"/>
                        <a:pt x="71438" y="37148"/>
                      </a:cubicBezTo>
                      <a:cubicBezTo>
                        <a:pt x="69533" y="57150"/>
                        <a:pt x="53340" y="72390"/>
                        <a:pt x="34290" y="71438"/>
                      </a:cubicBezTo>
                      <a:close/>
                      <a:moveTo>
                        <a:pt x="36195" y="12383"/>
                      </a:moveTo>
                      <a:cubicBezTo>
                        <a:pt x="22860" y="11430"/>
                        <a:pt x="12383" y="21908"/>
                        <a:pt x="11430" y="35242"/>
                      </a:cubicBezTo>
                      <a:cubicBezTo>
                        <a:pt x="10478" y="48578"/>
                        <a:pt x="20955" y="59055"/>
                        <a:pt x="34290" y="60008"/>
                      </a:cubicBezTo>
                      <a:cubicBezTo>
                        <a:pt x="47625" y="60960"/>
                        <a:pt x="58103" y="50483"/>
                        <a:pt x="59055" y="37148"/>
                      </a:cubicBezTo>
                      <a:cubicBezTo>
                        <a:pt x="59055" y="23813"/>
                        <a:pt x="49530" y="13335"/>
                        <a:pt x="36195" y="1238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85" name="Graphic 3"/>
              <p:cNvGrpSpPr/>
              <p:nvPr/>
            </p:nvGrpSpPr>
            <p:grpSpPr>
              <a:xfrm>
                <a:off x="1305720" y="1650600"/>
                <a:ext cx="99720" cy="99000"/>
                <a:chOff x="1305720" y="1650600"/>
                <a:chExt cx="99720" cy="99000"/>
              </a:xfrm>
            </p:grpSpPr>
            <p:sp>
              <p:nvSpPr>
                <p:cNvPr id="386" name="Freeform: Shape 343"/>
                <p:cNvSpPr/>
                <p:nvPr/>
              </p:nvSpPr>
              <p:spPr>
                <a:xfrm>
                  <a:off x="1335240" y="16801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7" name="Freeform: Shape 344"/>
                <p:cNvSpPr/>
                <p:nvPr/>
              </p:nvSpPr>
              <p:spPr>
                <a:xfrm>
                  <a:off x="1325520" y="16700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8" name="Freeform: Shape 345"/>
                <p:cNvSpPr/>
                <p:nvPr/>
              </p:nvSpPr>
              <p:spPr>
                <a:xfrm>
                  <a:off x="1314360" y="16592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89" name="Freeform: Shape 346"/>
                <p:cNvSpPr/>
                <p:nvPr/>
              </p:nvSpPr>
              <p:spPr>
                <a:xfrm>
                  <a:off x="1305720" y="16506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90" name="Graphic 3"/>
              <p:cNvGrpSpPr/>
              <p:nvPr/>
            </p:nvGrpSpPr>
            <p:grpSpPr>
              <a:xfrm>
                <a:off x="1245600" y="1752120"/>
                <a:ext cx="99720" cy="99000"/>
                <a:chOff x="1245600" y="1752120"/>
                <a:chExt cx="99720" cy="99000"/>
              </a:xfrm>
            </p:grpSpPr>
            <p:sp>
              <p:nvSpPr>
                <p:cNvPr id="391" name="Freeform: Shape 339"/>
                <p:cNvSpPr/>
                <p:nvPr/>
              </p:nvSpPr>
              <p:spPr>
                <a:xfrm>
                  <a:off x="1275120" y="17812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2" name="Freeform: Shape 340"/>
                <p:cNvSpPr/>
                <p:nvPr/>
              </p:nvSpPr>
              <p:spPr>
                <a:xfrm>
                  <a:off x="1265400" y="17715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3" name="Freeform: Shape 341"/>
                <p:cNvSpPr/>
                <p:nvPr/>
              </p:nvSpPr>
              <p:spPr>
                <a:xfrm>
                  <a:off x="1254240" y="176076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4" name="Freeform: Shape 342"/>
                <p:cNvSpPr/>
                <p:nvPr/>
              </p:nvSpPr>
              <p:spPr>
                <a:xfrm>
                  <a:off x="1245600" y="17521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395" name="Graphic 3"/>
              <p:cNvGrpSpPr/>
              <p:nvPr/>
            </p:nvGrpSpPr>
            <p:grpSpPr>
              <a:xfrm>
                <a:off x="732600" y="1997640"/>
                <a:ext cx="99720" cy="99000"/>
                <a:chOff x="732600" y="1997640"/>
                <a:chExt cx="99720" cy="99000"/>
              </a:xfrm>
            </p:grpSpPr>
            <p:sp>
              <p:nvSpPr>
                <p:cNvPr id="396" name="Freeform: Shape 335"/>
                <p:cNvSpPr/>
                <p:nvPr/>
              </p:nvSpPr>
              <p:spPr>
                <a:xfrm>
                  <a:off x="762120" y="20268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7" name="Freeform: Shape 336"/>
                <p:cNvSpPr/>
                <p:nvPr/>
              </p:nvSpPr>
              <p:spPr>
                <a:xfrm>
                  <a:off x="752040" y="20170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8" name="Freeform: Shape 337"/>
                <p:cNvSpPr/>
                <p:nvPr/>
              </p:nvSpPr>
              <p:spPr>
                <a:xfrm>
                  <a:off x="741240" y="20062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399" name="Freeform: Shape 338"/>
                <p:cNvSpPr/>
                <p:nvPr/>
              </p:nvSpPr>
              <p:spPr>
                <a:xfrm>
                  <a:off x="732600" y="19976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00" name="Graphic 3"/>
              <p:cNvGrpSpPr/>
              <p:nvPr/>
            </p:nvGrpSpPr>
            <p:grpSpPr>
              <a:xfrm>
                <a:off x="334800" y="1836360"/>
                <a:ext cx="99720" cy="99000"/>
                <a:chOff x="334800" y="1836360"/>
                <a:chExt cx="99720" cy="99000"/>
              </a:xfrm>
            </p:grpSpPr>
            <p:sp>
              <p:nvSpPr>
                <p:cNvPr id="401" name="Freeform: Shape 331"/>
                <p:cNvSpPr/>
                <p:nvPr/>
              </p:nvSpPr>
              <p:spPr>
                <a:xfrm>
                  <a:off x="364320" y="18655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2" name="Freeform: Shape 332"/>
                <p:cNvSpPr/>
                <p:nvPr/>
              </p:nvSpPr>
              <p:spPr>
                <a:xfrm>
                  <a:off x="354600" y="18558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3" name="Freeform: Shape 333"/>
                <p:cNvSpPr/>
                <p:nvPr/>
              </p:nvSpPr>
              <p:spPr>
                <a:xfrm>
                  <a:off x="343440" y="18450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4" name="Freeform: Shape 334"/>
                <p:cNvSpPr/>
                <p:nvPr/>
              </p:nvSpPr>
              <p:spPr>
                <a:xfrm>
                  <a:off x="334800" y="18363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05" name="Graphic 3"/>
              <p:cNvGrpSpPr/>
              <p:nvPr/>
            </p:nvGrpSpPr>
            <p:grpSpPr>
              <a:xfrm>
                <a:off x="696960" y="1811880"/>
                <a:ext cx="99720" cy="99000"/>
                <a:chOff x="696960" y="1811880"/>
                <a:chExt cx="99720" cy="99000"/>
              </a:xfrm>
            </p:grpSpPr>
            <p:sp>
              <p:nvSpPr>
                <p:cNvPr id="406" name="Freeform: Shape 327"/>
                <p:cNvSpPr/>
                <p:nvPr/>
              </p:nvSpPr>
              <p:spPr>
                <a:xfrm>
                  <a:off x="726480" y="1841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7" name="Freeform: Shape 328"/>
                <p:cNvSpPr/>
                <p:nvPr/>
              </p:nvSpPr>
              <p:spPr>
                <a:xfrm>
                  <a:off x="716400" y="183132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8" name="Freeform: Shape 329"/>
                <p:cNvSpPr/>
                <p:nvPr/>
              </p:nvSpPr>
              <p:spPr>
                <a:xfrm>
                  <a:off x="705600" y="182052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09" name="Freeform: Shape 330"/>
                <p:cNvSpPr/>
                <p:nvPr/>
              </p:nvSpPr>
              <p:spPr>
                <a:xfrm>
                  <a:off x="696960" y="181188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10" name="Graphic 3"/>
              <p:cNvGrpSpPr/>
              <p:nvPr/>
            </p:nvGrpSpPr>
            <p:grpSpPr>
              <a:xfrm>
                <a:off x="980280" y="1830240"/>
                <a:ext cx="99720" cy="99000"/>
                <a:chOff x="980280" y="1830240"/>
                <a:chExt cx="99720" cy="99000"/>
              </a:xfrm>
            </p:grpSpPr>
            <p:sp>
              <p:nvSpPr>
                <p:cNvPr id="411" name="Freeform: Shape 323"/>
                <p:cNvSpPr/>
                <p:nvPr/>
              </p:nvSpPr>
              <p:spPr>
                <a:xfrm>
                  <a:off x="1009800" y="1859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3"/>
                      </a:moveTo>
                      <a:cubicBezTo>
                        <a:pt x="32385" y="25135"/>
                        <a:pt x="25135" y="32385"/>
                        <a:pt x="16192" y="32385"/>
                      </a:cubicBezTo>
                      <a:cubicBezTo>
                        <a:pt x="7250" y="32385"/>
                        <a:pt x="0" y="25135"/>
                        <a:pt x="0" y="16193"/>
                      </a:cubicBezTo>
                      <a:cubicBezTo>
                        <a:pt x="0" y="7250"/>
                        <a:pt x="7250" y="0"/>
                        <a:pt x="16192"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2" name="Freeform: Shape 324"/>
                <p:cNvSpPr/>
                <p:nvPr/>
              </p:nvSpPr>
              <p:spPr>
                <a:xfrm>
                  <a:off x="1000080" y="18496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3" name="Freeform: Shape 325"/>
                <p:cNvSpPr/>
                <p:nvPr/>
              </p:nvSpPr>
              <p:spPr>
                <a:xfrm>
                  <a:off x="988920" y="18388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4" name="Freeform: Shape 326"/>
                <p:cNvSpPr/>
                <p:nvPr/>
              </p:nvSpPr>
              <p:spPr>
                <a:xfrm>
                  <a:off x="980280" y="18302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15" name="Graphic 3"/>
              <p:cNvGrpSpPr/>
              <p:nvPr/>
            </p:nvGrpSpPr>
            <p:grpSpPr>
              <a:xfrm>
                <a:off x="798840" y="1661760"/>
                <a:ext cx="99720" cy="99000"/>
                <a:chOff x="798840" y="1661760"/>
                <a:chExt cx="99720" cy="99000"/>
              </a:xfrm>
            </p:grpSpPr>
            <p:sp>
              <p:nvSpPr>
                <p:cNvPr id="416" name="Freeform: Shape 319"/>
                <p:cNvSpPr/>
                <p:nvPr/>
              </p:nvSpPr>
              <p:spPr>
                <a:xfrm>
                  <a:off x="828360" y="16909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7" name="Freeform: Shape 320"/>
                <p:cNvSpPr/>
                <p:nvPr/>
              </p:nvSpPr>
              <p:spPr>
                <a:xfrm>
                  <a:off x="818280" y="16812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8" name="Freeform: Shape 321"/>
                <p:cNvSpPr/>
                <p:nvPr/>
              </p:nvSpPr>
              <p:spPr>
                <a:xfrm>
                  <a:off x="807480" y="1670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19" name="Freeform: Shape 322"/>
                <p:cNvSpPr/>
                <p:nvPr/>
              </p:nvSpPr>
              <p:spPr>
                <a:xfrm>
                  <a:off x="798840" y="16617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20" name="Graphic 3"/>
              <p:cNvGrpSpPr/>
              <p:nvPr/>
            </p:nvGrpSpPr>
            <p:grpSpPr>
              <a:xfrm>
                <a:off x="1583280" y="1950120"/>
                <a:ext cx="99720" cy="99000"/>
                <a:chOff x="1583280" y="1950120"/>
                <a:chExt cx="99720" cy="99000"/>
              </a:xfrm>
            </p:grpSpPr>
            <p:sp>
              <p:nvSpPr>
                <p:cNvPr id="421" name="Freeform: Shape 315"/>
                <p:cNvSpPr/>
                <p:nvPr/>
              </p:nvSpPr>
              <p:spPr>
                <a:xfrm>
                  <a:off x="1612440" y="19792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2" name="Freeform: Shape 316"/>
                <p:cNvSpPr/>
                <p:nvPr/>
              </p:nvSpPr>
              <p:spPr>
                <a:xfrm>
                  <a:off x="1602720" y="19695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3" name="Freeform: Shape 317"/>
                <p:cNvSpPr/>
                <p:nvPr/>
              </p:nvSpPr>
              <p:spPr>
                <a:xfrm>
                  <a:off x="1591560" y="19584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4" name="Freeform: Shape 318"/>
                <p:cNvSpPr/>
                <p:nvPr/>
              </p:nvSpPr>
              <p:spPr>
                <a:xfrm>
                  <a:off x="1583280" y="19501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25" name="Graphic 3"/>
              <p:cNvGrpSpPr/>
              <p:nvPr/>
            </p:nvGrpSpPr>
            <p:grpSpPr>
              <a:xfrm>
                <a:off x="1950120" y="1962000"/>
                <a:ext cx="99720" cy="99000"/>
                <a:chOff x="1950120" y="1962000"/>
                <a:chExt cx="99720" cy="99000"/>
              </a:xfrm>
            </p:grpSpPr>
            <p:sp>
              <p:nvSpPr>
                <p:cNvPr id="426" name="Freeform: Shape 311"/>
                <p:cNvSpPr/>
                <p:nvPr/>
              </p:nvSpPr>
              <p:spPr>
                <a:xfrm>
                  <a:off x="1979640" y="19915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7" name="Freeform: Shape 312"/>
                <p:cNvSpPr/>
                <p:nvPr/>
              </p:nvSpPr>
              <p:spPr>
                <a:xfrm>
                  <a:off x="1969920" y="19818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8" name="Freeform: Shape 313"/>
                <p:cNvSpPr/>
                <p:nvPr/>
              </p:nvSpPr>
              <p:spPr>
                <a:xfrm>
                  <a:off x="1958760" y="19706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29" name="Freeform: Shape 314"/>
                <p:cNvSpPr/>
                <p:nvPr/>
              </p:nvSpPr>
              <p:spPr>
                <a:xfrm>
                  <a:off x="1950120" y="19620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2"/>
                      </a:moveTo>
                      <a:cubicBezTo>
                        <a:pt x="78105" y="60621"/>
                        <a:pt x="60620" y="78105"/>
                        <a:pt x="39052" y="78105"/>
                      </a:cubicBezTo>
                      <a:cubicBezTo>
                        <a:pt x="17484" y="78105"/>
                        <a:pt x="0" y="60621"/>
                        <a:pt x="0" y="39052"/>
                      </a:cubicBezTo>
                      <a:cubicBezTo>
                        <a:pt x="0" y="17484"/>
                        <a:pt x="17484" y="0"/>
                        <a:pt x="39052" y="0"/>
                      </a:cubicBezTo>
                      <a:cubicBezTo>
                        <a:pt x="60620"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30" name="Graphic 3"/>
              <p:cNvGrpSpPr/>
              <p:nvPr/>
            </p:nvGrpSpPr>
            <p:grpSpPr>
              <a:xfrm>
                <a:off x="2100960" y="2225880"/>
                <a:ext cx="99720" cy="99000"/>
                <a:chOff x="2100960" y="2225880"/>
                <a:chExt cx="99720" cy="99000"/>
              </a:xfrm>
            </p:grpSpPr>
            <p:sp>
              <p:nvSpPr>
                <p:cNvPr id="431" name="Freeform: Shape 307"/>
                <p:cNvSpPr/>
                <p:nvPr/>
              </p:nvSpPr>
              <p:spPr>
                <a:xfrm>
                  <a:off x="2130480" y="2255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6" y="32385"/>
                        <a:pt x="16193" y="32385"/>
                      </a:cubicBezTo>
                      <a:cubicBezTo>
                        <a:pt x="7250" y="32385"/>
                        <a:pt x="0" y="25135"/>
                        <a:pt x="0" y="16193"/>
                      </a:cubicBezTo>
                      <a:cubicBezTo>
                        <a:pt x="0" y="7250"/>
                        <a:pt x="7249"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2" name="Freeform: Shape 308"/>
                <p:cNvSpPr/>
                <p:nvPr/>
              </p:nvSpPr>
              <p:spPr>
                <a:xfrm>
                  <a:off x="2120760" y="22456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3" name="Freeform: Shape 309"/>
                <p:cNvSpPr/>
                <p:nvPr/>
              </p:nvSpPr>
              <p:spPr>
                <a:xfrm>
                  <a:off x="2109600" y="223452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4" name="Freeform: Shape 310"/>
                <p:cNvSpPr/>
                <p:nvPr/>
              </p:nvSpPr>
              <p:spPr>
                <a:xfrm>
                  <a:off x="2100960" y="222588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35" name="Graphic 3"/>
              <p:cNvGrpSpPr/>
              <p:nvPr/>
            </p:nvGrpSpPr>
            <p:grpSpPr>
              <a:xfrm>
                <a:off x="1998000" y="2316600"/>
                <a:ext cx="99720" cy="99000"/>
                <a:chOff x="1998000" y="2316600"/>
                <a:chExt cx="99720" cy="99000"/>
              </a:xfrm>
            </p:grpSpPr>
            <p:sp>
              <p:nvSpPr>
                <p:cNvPr id="436" name="Freeform: Shape 303"/>
                <p:cNvSpPr/>
                <p:nvPr/>
              </p:nvSpPr>
              <p:spPr>
                <a:xfrm>
                  <a:off x="2027520" y="23457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2" y="32385"/>
                      </a:cubicBezTo>
                      <a:cubicBezTo>
                        <a:pt x="7249" y="32385"/>
                        <a:pt x="0" y="25135"/>
                        <a:pt x="0" y="16192"/>
                      </a:cubicBezTo>
                      <a:cubicBezTo>
                        <a:pt x="0" y="7250"/>
                        <a:pt x="7249"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7" name="Freeform: Shape 304"/>
                <p:cNvSpPr/>
                <p:nvPr/>
              </p:nvSpPr>
              <p:spPr>
                <a:xfrm>
                  <a:off x="2017800" y="23360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8" name="Freeform: Shape 305"/>
                <p:cNvSpPr/>
                <p:nvPr/>
              </p:nvSpPr>
              <p:spPr>
                <a:xfrm>
                  <a:off x="2006640" y="23248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39" name="Freeform: Shape 306"/>
                <p:cNvSpPr/>
                <p:nvPr/>
              </p:nvSpPr>
              <p:spPr>
                <a:xfrm>
                  <a:off x="1998000" y="23166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40" name="Graphic 3"/>
              <p:cNvGrpSpPr/>
              <p:nvPr/>
            </p:nvGrpSpPr>
            <p:grpSpPr>
              <a:xfrm>
                <a:off x="1419840" y="2663280"/>
                <a:ext cx="99720" cy="99000"/>
                <a:chOff x="1419840" y="2663280"/>
                <a:chExt cx="99720" cy="99000"/>
              </a:xfrm>
            </p:grpSpPr>
            <p:sp>
              <p:nvSpPr>
                <p:cNvPr id="441" name="Freeform: Shape 299"/>
                <p:cNvSpPr/>
                <p:nvPr/>
              </p:nvSpPr>
              <p:spPr>
                <a:xfrm>
                  <a:off x="1449360" y="26928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2" name="Freeform: Shape 300"/>
                <p:cNvSpPr/>
                <p:nvPr/>
              </p:nvSpPr>
              <p:spPr>
                <a:xfrm>
                  <a:off x="1439640" y="26830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3" name="Freeform: Shape 301"/>
                <p:cNvSpPr/>
                <p:nvPr/>
              </p:nvSpPr>
              <p:spPr>
                <a:xfrm>
                  <a:off x="1428480" y="267192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4" name="Freeform: Shape 302"/>
                <p:cNvSpPr/>
                <p:nvPr/>
              </p:nvSpPr>
              <p:spPr>
                <a:xfrm>
                  <a:off x="1419840" y="266328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45" name="Graphic 3"/>
              <p:cNvGrpSpPr/>
              <p:nvPr/>
            </p:nvGrpSpPr>
            <p:grpSpPr>
              <a:xfrm>
                <a:off x="1251720" y="2850480"/>
                <a:ext cx="99720" cy="99000"/>
                <a:chOff x="1251720" y="2850480"/>
                <a:chExt cx="99720" cy="99000"/>
              </a:xfrm>
            </p:grpSpPr>
            <p:sp>
              <p:nvSpPr>
                <p:cNvPr id="446" name="Freeform: Shape 295"/>
                <p:cNvSpPr/>
                <p:nvPr/>
              </p:nvSpPr>
              <p:spPr>
                <a:xfrm>
                  <a:off x="1281240" y="287964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7" name="Freeform: Shape 296"/>
                <p:cNvSpPr/>
                <p:nvPr/>
              </p:nvSpPr>
              <p:spPr>
                <a:xfrm>
                  <a:off x="1271520" y="286992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8" name="Freeform: Shape 297"/>
                <p:cNvSpPr/>
                <p:nvPr/>
              </p:nvSpPr>
              <p:spPr>
                <a:xfrm>
                  <a:off x="1260360" y="285876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49" name="Freeform: Shape 298"/>
                <p:cNvSpPr/>
                <p:nvPr/>
              </p:nvSpPr>
              <p:spPr>
                <a:xfrm>
                  <a:off x="1251720" y="285048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50" name="Graphic 3"/>
              <p:cNvGrpSpPr/>
              <p:nvPr/>
            </p:nvGrpSpPr>
            <p:grpSpPr>
              <a:xfrm>
                <a:off x="955800" y="3149640"/>
                <a:ext cx="99720" cy="99000"/>
                <a:chOff x="955800" y="3149640"/>
                <a:chExt cx="99720" cy="99000"/>
              </a:xfrm>
            </p:grpSpPr>
            <p:sp>
              <p:nvSpPr>
                <p:cNvPr id="451" name="Freeform: Shape 291"/>
                <p:cNvSpPr/>
                <p:nvPr/>
              </p:nvSpPr>
              <p:spPr>
                <a:xfrm>
                  <a:off x="985320" y="31788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2" name="Freeform: Shape 292"/>
                <p:cNvSpPr/>
                <p:nvPr/>
              </p:nvSpPr>
              <p:spPr>
                <a:xfrm>
                  <a:off x="975600" y="31690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3" name="Freeform: Shape 293"/>
                <p:cNvSpPr/>
                <p:nvPr/>
              </p:nvSpPr>
              <p:spPr>
                <a:xfrm>
                  <a:off x="964440" y="31582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4" name="Freeform: Shape 294"/>
                <p:cNvSpPr/>
                <p:nvPr/>
              </p:nvSpPr>
              <p:spPr>
                <a:xfrm>
                  <a:off x="955800" y="31496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55" name="Graphic 3"/>
              <p:cNvGrpSpPr/>
              <p:nvPr/>
            </p:nvGrpSpPr>
            <p:grpSpPr>
              <a:xfrm>
                <a:off x="798840" y="3425760"/>
                <a:ext cx="99720" cy="99000"/>
                <a:chOff x="798840" y="3425760"/>
                <a:chExt cx="99720" cy="99000"/>
              </a:xfrm>
            </p:grpSpPr>
            <p:sp>
              <p:nvSpPr>
                <p:cNvPr id="456" name="Freeform: Shape 287"/>
                <p:cNvSpPr/>
                <p:nvPr/>
              </p:nvSpPr>
              <p:spPr>
                <a:xfrm>
                  <a:off x="828360" y="34549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6" y="32385"/>
                        <a:pt x="16193" y="32385"/>
                      </a:cubicBezTo>
                      <a:cubicBezTo>
                        <a:pt x="7250" y="32385"/>
                        <a:pt x="0" y="25135"/>
                        <a:pt x="0" y="16193"/>
                      </a:cubicBezTo>
                      <a:cubicBezTo>
                        <a:pt x="0" y="7250"/>
                        <a:pt x="7250" y="0"/>
                        <a:pt x="16193" y="0"/>
                      </a:cubicBezTo>
                      <a:cubicBezTo>
                        <a:pt x="25136"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7" name="Freeform: Shape 288"/>
                <p:cNvSpPr/>
                <p:nvPr/>
              </p:nvSpPr>
              <p:spPr>
                <a:xfrm>
                  <a:off x="818280" y="34452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8" name="Freeform: Shape 289"/>
                <p:cNvSpPr/>
                <p:nvPr/>
              </p:nvSpPr>
              <p:spPr>
                <a:xfrm>
                  <a:off x="807480" y="34344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59" name="Freeform: Shape 290"/>
                <p:cNvSpPr/>
                <p:nvPr/>
              </p:nvSpPr>
              <p:spPr>
                <a:xfrm>
                  <a:off x="798840" y="34257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60" name="Graphic 3"/>
              <p:cNvGrpSpPr/>
              <p:nvPr/>
            </p:nvGrpSpPr>
            <p:grpSpPr>
              <a:xfrm>
                <a:off x="703080" y="3023640"/>
                <a:ext cx="99720" cy="99000"/>
                <a:chOff x="703080" y="3023640"/>
                <a:chExt cx="99720" cy="99000"/>
              </a:xfrm>
            </p:grpSpPr>
            <p:sp>
              <p:nvSpPr>
                <p:cNvPr id="461" name="Freeform: Shape 283"/>
                <p:cNvSpPr/>
                <p:nvPr/>
              </p:nvSpPr>
              <p:spPr>
                <a:xfrm>
                  <a:off x="732600" y="30531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2" name="Freeform: Shape 284"/>
                <p:cNvSpPr/>
                <p:nvPr/>
              </p:nvSpPr>
              <p:spPr>
                <a:xfrm>
                  <a:off x="722520" y="30434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3" name="Freeform: Shape 285"/>
                <p:cNvSpPr/>
                <p:nvPr/>
              </p:nvSpPr>
              <p:spPr>
                <a:xfrm>
                  <a:off x="711720" y="30322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4" name="Freeform: Shape 286"/>
                <p:cNvSpPr/>
                <p:nvPr/>
              </p:nvSpPr>
              <p:spPr>
                <a:xfrm>
                  <a:off x="703080" y="30236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65" name="Graphic 3"/>
              <p:cNvGrpSpPr/>
              <p:nvPr/>
            </p:nvGrpSpPr>
            <p:grpSpPr>
              <a:xfrm>
                <a:off x="612360" y="2927160"/>
                <a:ext cx="99720" cy="99000"/>
                <a:chOff x="612360" y="2927160"/>
                <a:chExt cx="99720" cy="99000"/>
              </a:xfrm>
            </p:grpSpPr>
            <p:sp>
              <p:nvSpPr>
                <p:cNvPr id="466" name="Freeform: Shape 279"/>
                <p:cNvSpPr/>
                <p:nvPr/>
              </p:nvSpPr>
              <p:spPr>
                <a:xfrm>
                  <a:off x="641520" y="29566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2" y="32385"/>
                      </a:cubicBezTo>
                      <a:cubicBezTo>
                        <a:pt x="7250" y="32385"/>
                        <a:pt x="0" y="25135"/>
                        <a:pt x="0" y="16192"/>
                      </a:cubicBezTo>
                      <a:cubicBezTo>
                        <a:pt x="0" y="7250"/>
                        <a:pt x="7250"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7" name="Freeform: Shape 280"/>
                <p:cNvSpPr/>
                <p:nvPr/>
              </p:nvSpPr>
              <p:spPr>
                <a:xfrm>
                  <a:off x="631800" y="29469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8" name="Freeform: Shape 281"/>
                <p:cNvSpPr/>
                <p:nvPr/>
              </p:nvSpPr>
              <p:spPr>
                <a:xfrm>
                  <a:off x="620640" y="29358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69" name="Freeform: Shape 282"/>
                <p:cNvSpPr/>
                <p:nvPr/>
              </p:nvSpPr>
              <p:spPr>
                <a:xfrm>
                  <a:off x="612360" y="29271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70" name="Graphic 3"/>
              <p:cNvGrpSpPr/>
              <p:nvPr/>
            </p:nvGrpSpPr>
            <p:grpSpPr>
              <a:xfrm>
                <a:off x="461160" y="2795400"/>
                <a:ext cx="99720" cy="99000"/>
                <a:chOff x="461160" y="2795400"/>
                <a:chExt cx="99720" cy="99000"/>
              </a:xfrm>
            </p:grpSpPr>
            <p:sp>
              <p:nvSpPr>
                <p:cNvPr id="471" name="Freeform: Shape 275"/>
                <p:cNvSpPr/>
                <p:nvPr/>
              </p:nvSpPr>
              <p:spPr>
                <a:xfrm>
                  <a:off x="490680" y="28245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2" name="Freeform: Shape 276"/>
                <p:cNvSpPr/>
                <p:nvPr/>
              </p:nvSpPr>
              <p:spPr>
                <a:xfrm>
                  <a:off x="480960" y="28148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3" name="Freeform: Shape 277"/>
                <p:cNvSpPr/>
                <p:nvPr/>
              </p:nvSpPr>
              <p:spPr>
                <a:xfrm>
                  <a:off x="469800" y="2804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4" name="Freeform: Shape 278"/>
                <p:cNvSpPr/>
                <p:nvPr/>
              </p:nvSpPr>
              <p:spPr>
                <a:xfrm>
                  <a:off x="461160" y="27954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75" name="Graphic 3"/>
              <p:cNvGrpSpPr/>
              <p:nvPr/>
            </p:nvGrpSpPr>
            <p:grpSpPr>
              <a:xfrm>
                <a:off x="178920" y="2514240"/>
                <a:ext cx="99720" cy="99000"/>
                <a:chOff x="178920" y="2514240"/>
                <a:chExt cx="99720" cy="99000"/>
              </a:xfrm>
            </p:grpSpPr>
            <p:sp>
              <p:nvSpPr>
                <p:cNvPr id="476" name="Freeform: Shape 271"/>
                <p:cNvSpPr/>
                <p:nvPr/>
              </p:nvSpPr>
              <p:spPr>
                <a:xfrm>
                  <a:off x="208440" y="25437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6" y="32385"/>
                        <a:pt x="16193" y="32385"/>
                      </a:cubicBezTo>
                      <a:cubicBezTo>
                        <a:pt x="7250" y="32385"/>
                        <a:pt x="0" y="25135"/>
                        <a:pt x="0" y="16192"/>
                      </a:cubicBezTo>
                      <a:cubicBezTo>
                        <a:pt x="0" y="7250"/>
                        <a:pt x="7250" y="0"/>
                        <a:pt x="16193" y="0"/>
                      </a:cubicBezTo>
                      <a:cubicBezTo>
                        <a:pt x="25136"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7" name="Freeform: Shape 272"/>
                <p:cNvSpPr/>
                <p:nvPr/>
              </p:nvSpPr>
              <p:spPr>
                <a:xfrm>
                  <a:off x="198720" y="25340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8" name="Freeform: Shape 273"/>
                <p:cNvSpPr/>
                <p:nvPr/>
              </p:nvSpPr>
              <p:spPr>
                <a:xfrm>
                  <a:off x="187560" y="25228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79" name="Freeform: Shape 274"/>
                <p:cNvSpPr/>
                <p:nvPr/>
              </p:nvSpPr>
              <p:spPr>
                <a:xfrm>
                  <a:off x="178920" y="25142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80" name="Graphic 3"/>
              <p:cNvGrpSpPr/>
              <p:nvPr/>
            </p:nvGrpSpPr>
            <p:grpSpPr>
              <a:xfrm>
                <a:off x="220680" y="2255400"/>
                <a:ext cx="99720" cy="99000"/>
                <a:chOff x="220680" y="2255400"/>
                <a:chExt cx="99720" cy="99000"/>
              </a:xfrm>
            </p:grpSpPr>
            <p:sp>
              <p:nvSpPr>
                <p:cNvPr id="481" name="Freeform: Shape 267"/>
                <p:cNvSpPr/>
                <p:nvPr/>
              </p:nvSpPr>
              <p:spPr>
                <a:xfrm>
                  <a:off x="250200" y="22845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2" name="Freeform: Shape 268"/>
                <p:cNvSpPr/>
                <p:nvPr/>
              </p:nvSpPr>
              <p:spPr>
                <a:xfrm>
                  <a:off x="240120" y="22748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3" name="Freeform: Shape 269"/>
                <p:cNvSpPr/>
                <p:nvPr/>
              </p:nvSpPr>
              <p:spPr>
                <a:xfrm>
                  <a:off x="229320" y="2264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4" name="Freeform: Shape 270"/>
                <p:cNvSpPr/>
                <p:nvPr/>
              </p:nvSpPr>
              <p:spPr>
                <a:xfrm>
                  <a:off x="220680" y="22554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85" name="Graphic 3"/>
              <p:cNvGrpSpPr/>
              <p:nvPr/>
            </p:nvGrpSpPr>
            <p:grpSpPr>
              <a:xfrm>
                <a:off x="413280" y="2436120"/>
                <a:ext cx="99720" cy="99000"/>
                <a:chOff x="413280" y="2436120"/>
                <a:chExt cx="99720" cy="99000"/>
              </a:xfrm>
            </p:grpSpPr>
            <p:sp>
              <p:nvSpPr>
                <p:cNvPr id="486" name="Freeform: Shape 263"/>
                <p:cNvSpPr/>
                <p:nvPr/>
              </p:nvSpPr>
              <p:spPr>
                <a:xfrm>
                  <a:off x="442800" y="246564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7" name="Freeform: Shape 264"/>
                <p:cNvSpPr/>
                <p:nvPr/>
              </p:nvSpPr>
              <p:spPr>
                <a:xfrm>
                  <a:off x="433080" y="24555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8" name="Freeform: Shape 265"/>
                <p:cNvSpPr/>
                <p:nvPr/>
              </p:nvSpPr>
              <p:spPr>
                <a:xfrm>
                  <a:off x="421920" y="244476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89" name="Freeform: Shape 266"/>
                <p:cNvSpPr/>
                <p:nvPr/>
              </p:nvSpPr>
              <p:spPr>
                <a:xfrm>
                  <a:off x="413280" y="24361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90" name="Graphic 3"/>
              <p:cNvGrpSpPr/>
              <p:nvPr/>
            </p:nvGrpSpPr>
            <p:grpSpPr>
              <a:xfrm>
                <a:off x="587520" y="2417760"/>
                <a:ext cx="99720" cy="99000"/>
                <a:chOff x="587520" y="2417760"/>
                <a:chExt cx="99720" cy="99000"/>
              </a:xfrm>
            </p:grpSpPr>
            <p:sp>
              <p:nvSpPr>
                <p:cNvPr id="491" name="Freeform: Shape 259"/>
                <p:cNvSpPr/>
                <p:nvPr/>
              </p:nvSpPr>
              <p:spPr>
                <a:xfrm>
                  <a:off x="617040" y="24472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2" y="32385"/>
                      </a:cubicBezTo>
                      <a:cubicBezTo>
                        <a:pt x="7250" y="32385"/>
                        <a:pt x="0" y="25135"/>
                        <a:pt x="0" y="16193"/>
                      </a:cubicBezTo>
                      <a:cubicBezTo>
                        <a:pt x="0" y="7250"/>
                        <a:pt x="7250" y="0"/>
                        <a:pt x="16192"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2" name="Freeform: Shape 260"/>
                <p:cNvSpPr/>
                <p:nvPr/>
              </p:nvSpPr>
              <p:spPr>
                <a:xfrm>
                  <a:off x="607320" y="24375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3" name="Freeform: Shape 261"/>
                <p:cNvSpPr/>
                <p:nvPr/>
              </p:nvSpPr>
              <p:spPr>
                <a:xfrm>
                  <a:off x="596160" y="24264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4" name="Freeform: Shape 262"/>
                <p:cNvSpPr/>
                <p:nvPr/>
              </p:nvSpPr>
              <p:spPr>
                <a:xfrm>
                  <a:off x="587520" y="24177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495" name="Graphic 3"/>
              <p:cNvGrpSpPr/>
              <p:nvPr/>
            </p:nvGrpSpPr>
            <p:grpSpPr>
              <a:xfrm>
                <a:off x="763200" y="2495880"/>
                <a:ext cx="99720" cy="99000"/>
                <a:chOff x="763200" y="2495880"/>
                <a:chExt cx="99720" cy="99000"/>
              </a:xfrm>
            </p:grpSpPr>
            <p:sp>
              <p:nvSpPr>
                <p:cNvPr id="496" name="Freeform: Shape 255"/>
                <p:cNvSpPr/>
                <p:nvPr/>
              </p:nvSpPr>
              <p:spPr>
                <a:xfrm>
                  <a:off x="792720" y="2525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7" name="Freeform: Shape 256"/>
                <p:cNvSpPr/>
                <p:nvPr/>
              </p:nvSpPr>
              <p:spPr>
                <a:xfrm>
                  <a:off x="783000" y="25156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8" name="Freeform: Shape 257"/>
                <p:cNvSpPr/>
                <p:nvPr/>
              </p:nvSpPr>
              <p:spPr>
                <a:xfrm>
                  <a:off x="771840" y="250452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499" name="Freeform: Shape 258"/>
                <p:cNvSpPr/>
                <p:nvPr/>
              </p:nvSpPr>
              <p:spPr>
                <a:xfrm>
                  <a:off x="763200" y="249588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00" name="Graphic 3"/>
              <p:cNvGrpSpPr/>
              <p:nvPr/>
            </p:nvGrpSpPr>
            <p:grpSpPr>
              <a:xfrm>
                <a:off x="1057680" y="2255400"/>
                <a:ext cx="99720" cy="99000"/>
                <a:chOff x="1057680" y="2255400"/>
                <a:chExt cx="99720" cy="99000"/>
              </a:xfrm>
            </p:grpSpPr>
            <p:sp>
              <p:nvSpPr>
                <p:cNvPr id="501" name="Freeform: Shape 251"/>
                <p:cNvSpPr/>
                <p:nvPr/>
              </p:nvSpPr>
              <p:spPr>
                <a:xfrm>
                  <a:off x="1087200" y="22845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2" name="Freeform: Shape 252"/>
                <p:cNvSpPr/>
                <p:nvPr/>
              </p:nvSpPr>
              <p:spPr>
                <a:xfrm>
                  <a:off x="1077480" y="22748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3" name="Freeform: Shape 253"/>
                <p:cNvSpPr/>
                <p:nvPr/>
              </p:nvSpPr>
              <p:spPr>
                <a:xfrm>
                  <a:off x="1066320" y="2264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4" name="Freeform: Shape 254"/>
                <p:cNvSpPr/>
                <p:nvPr/>
              </p:nvSpPr>
              <p:spPr>
                <a:xfrm>
                  <a:off x="1057680" y="22554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3" y="78105"/>
                      </a:cubicBezTo>
                      <a:cubicBezTo>
                        <a:pt x="17484" y="78105"/>
                        <a:pt x="0" y="60621"/>
                        <a:pt x="0" y="39052"/>
                      </a:cubicBezTo>
                      <a:cubicBezTo>
                        <a:pt x="0" y="17484"/>
                        <a:pt x="17484" y="0"/>
                        <a:pt x="39053"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05" name="Graphic 3"/>
              <p:cNvGrpSpPr/>
              <p:nvPr/>
            </p:nvGrpSpPr>
            <p:grpSpPr>
              <a:xfrm>
                <a:off x="1208880" y="2370240"/>
                <a:ext cx="99720" cy="99000"/>
                <a:chOff x="1208880" y="2370240"/>
                <a:chExt cx="99720" cy="99000"/>
              </a:xfrm>
            </p:grpSpPr>
            <p:sp>
              <p:nvSpPr>
                <p:cNvPr id="506" name="Freeform: Shape 247"/>
                <p:cNvSpPr/>
                <p:nvPr/>
              </p:nvSpPr>
              <p:spPr>
                <a:xfrm>
                  <a:off x="1238040" y="2399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7" name="Freeform: Shape 248"/>
                <p:cNvSpPr/>
                <p:nvPr/>
              </p:nvSpPr>
              <p:spPr>
                <a:xfrm>
                  <a:off x="1228320" y="23896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8" name="Freeform: Shape 249"/>
                <p:cNvSpPr/>
                <p:nvPr/>
              </p:nvSpPr>
              <p:spPr>
                <a:xfrm>
                  <a:off x="1217520" y="23788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09" name="Freeform: Shape 250"/>
                <p:cNvSpPr/>
                <p:nvPr/>
              </p:nvSpPr>
              <p:spPr>
                <a:xfrm>
                  <a:off x="1208880" y="23702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10" name="Graphic 3"/>
              <p:cNvGrpSpPr/>
              <p:nvPr/>
            </p:nvGrpSpPr>
            <p:grpSpPr>
              <a:xfrm>
                <a:off x="75960" y="2399400"/>
                <a:ext cx="99720" cy="99000"/>
                <a:chOff x="75960" y="2399400"/>
                <a:chExt cx="99720" cy="99000"/>
              </a:xfrm>
            </p:grpSpPr>
            <p:sp>
              <p:nvSpPr>
                <p:cNvPr id="511" name="Freeform: Shape 243"/>
                <p:cNvSpPr/>
                <p:nvPr/>
              </p:nvSpPr>
              <p:spPr>
                <a:xfrm>
                  <a:off x="105120" y="24289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2" name="Freeform: Shape 244"/>
                <p:cNvSpPr/>
                <p:nvPr/>
              </p:nvSpPr>
              <p:spPr>
                <a:xfrm>
                  <a:off x="95400" y="24192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3" name="Freeform: Shape 245"/>
                <p:cNvSpPr/>
                <p:nvPr/>
              </p:nvSpPr>
              <p:spPr>
                <a:xfrm>
                  <a:off x="84240" y="2408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4" name="Freeform: Shape 246"/>
                <p:cNvSpPr/>
                <p:nvPr/>
              </p:nvSpPr>
              <p:spPr>
                <a:xfrm>
                  <a:off x="75960" y="23994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15" name="Graphic 3"/>
              <p:cNvGrpSpPr/>
              <p:nvPr/>
            </p:nvGrpSpPr>
            <p:grpSpPr>
              <a:xfrm>
                <a:off x="672480" y="2646360"/>
                <a:ext cx="99720" cy="99000"/>
                <a:chOff x="672480" y="2646360"/>
                <a:chExt cx="99720" cy="99000"/>
              </a:xfrm>
            </p:grpSpPr>
            <p:sp>
              <p:nvSpPr>
                <p:cNvPr id="516" name="Freeform: Shape 239"/>
                <p:cNvSpPr/>
                <p:nvPr/>
              </p:nvSpPr>
              <p:spPr>
                <a:xfrm>
                  <a:off x="702000" y="26755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7" name="Freeform: Shape 240"/>
                <p:cNvSpPr/>
                <p:nvPr/>
              </p:nvSpPr>
              <p:spPr>
                <a:xfrm>
                  <a:off x="691920" y="26658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8" name="Freeform: Shape 241"/>
                <p:cNvSpPr/>
                <p:nvPr/>
              </p:nvSpPr>
              <p:spPr>
                <a:xfrm>
                  <a:off x="681120" y="26550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19" name="Freeform: Shape 242"/>
                <p:cNvSpPr/>
                <p:nvPr/>
              </p:nvSpPr>
              <p:spPr>
                <a:xfrm>
                  <a:off x="672480" y="26463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20" name="Graphic 3"/>
              <p:cNvGrpSpPr/>
              <p:nvPr/>
            </p:nvGrpSpPr>
            <p:grpSpPr>
              <a:xfrm>
                <a:off x="479520" y="3372120"/>
                <a:ext cx="99720" cy="99000"/>
                <a:chOff x="479520" y="3372120"/>
                <a:chExt cx="99720" cy="99000"/>
              </a:xfrm>
            </p:grpSpPr>
            <p:sp>
              <p:nvSpPr>
                <p:cNvPr id="521" name="Freeform: Shape 235"/>
                <p:cNvSpPr/>
                <p:nvPr/>
              </p:nvSpPr>
              <p:spPr>
                <a:xfrm>
                  <a:off x="509040" y="34012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6" y="32385"/>
                        <a:pt x="16193" y="32385"/>
                      </a:cubicBezTo>
                      <a:cubicBezTo>
                        <a:pt x="7250" y="32385"/>
                        <a:pt x="0" y="25135"/>
                        <a:pt x="0" y="16193"/>
                      </a:cubicBezTo>
                      <a:cubicBezTo>
                        <a:pt x="0" y="7250"/>
                        <a:pt x="7250" y="0"/>
                        <a:pt x="16193" y="0"/>
                      </a:cubicBezTo>
                      <a:cubicBezTo>
                        <a:pt x="25136"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2" name="Freeform: Shape 236"/>
                <p:cNvSpPr/>
                <p:nvPr/>
              </p:nvSpPr>
              <p:spPr>
                <a:xfrm>
                  <a:off x="499320" y="33915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3" name="Freeform: Shape 237"/>
                <p:cNvSpPr/>
                <p:nvPr/>
              </p:nvSpPr>
              <p:spPr>
                <a:xfrm>
                  <a:off x="488160" y="33804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4" name="Freeform: Shape 238"/>
                <p:cNvSpPr/>
                <p:nvPr/>
              </p:nvSpPr>
              <p:spPr>
                <a:xfrm>
                  <a:off x="479520" y="33721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25" name="Graphic 3"/>
              <p:cNvGrpSpPr/>
              <p:nvPr/>
            </p:nvGrpSpPr>
            <p:grpSpPr>
              <a:xfrm>
                <a:off x="703080" y="3659040"/>
                <a:ext cx="99720" cy="99000"/>
                <a:chOff x="703080" y="3659040"/>
                <a:chExt cx="99720" cy="99000"/>
              </a:xfrm>
            </p:grpSpPr>
            <p:sp>
              <p:nvSpPr>
                <p:cNvPr id="526" name="Freeform: Shape 231"/>
                <p:cNvSpPr/>
                <p:nvPr/>
              </p:nvSpPr>
              <p:spPr>
                <a:xfrm>
                  <a:off x="732600" y="36885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6"/>
                        <a:pt x="0" y="16193"/>
                      </a:cubicBezTo>
                      <a:cubicBezTo>
                        <a:pt x="0" y="7250"/>
                        <a:pt x="7250" y="0"/>
                        <a:pt x="16193" y="0"/>
                      </a:cubicBezTo>
                      <a:cubicBezTo>
                        <a:pt x="25135" y="0"/>
                        <a:pt x="32385" y="7249"/>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7" name="Freeform: Shape 232"/>
                <p:cNvSpPr/>
                <p:nvPr/>
              </p:nvSpPr>
              <p:spPr>
                <a:xfrm>
                  <a:off x="722520" y="36784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8" name="Freeform: Shape 233"/>
                <p:cNvSpPr/>
                <p:nvPr/>
              </p:nvSpPr>
              <p:spPr>
                <a:xfrm>
                  <a:off x="711720" y="36676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69">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29" name="Freeform: Shape 234"/>
                <p:cNvSpPr/>
                <p:nvPr/>
              </p:nvSpPr>
              <p:spPr>
                <a:xfrm>
                  <a:off x="703080" y="36590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5">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30" name="Graphic 3"/>
              <p:cNvGrpSpPr/>
              <p:nvPr/>
            </p:nvGrpSpPr>
            <p:grpSpPr>
              <a:xfrm>
                <a:off x="1046880" y="2945520"/>
                <a:ext cx="99720" cy="99000"/>
                <a:chOff x="1046880" y="2945520"/>
                <a:chExt cx="99720" cy="99000"/>
              </a:xfrm>
            </p:grpSpPr>
            <p:sp>
              <p:nvSpPr>
                <p:cNvPr id="531" name="Freeform: Shape 227"/>
                <p:cNvSpPr/>
                <p:nvPr/>
              </p:nvSpPr>
              <p:spPr>
                <a:xfrm>
                  <a:off x="1076040" y="297504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2"/>
                      </a:moveTo>
                      <a:cubicBezTo>
                        <a:pt x="32385" y="25135"/>
                        <a:pt x="25135" y="32385"/>
                        <a:pt x="16193" y="32385"/>
                      </a:cubicBezTo>
                      <a:cubicBezTo>
                        <a:pt x="7250" y="32385"/>
                        <a:pt x="0" y="25135"/>
                        <a:pt x="0" y="16192"/>
                      </a:cubicBezTo>
                      <a:cubicBezTo>
                        <a:pt x="0" y="7250"/>
                        <a:pt x="7250" y="0"/>
                        <a:pt x="16193"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2" name="Freeform: Shape 228"/>
                <p:cNvSpPr/>
                <p:nvPr/>
              </p:nvSpPr>
              <p:spPr>
                <a:xfrm>
                  <a:off x="1066320" y="296532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3" y="47625"/>
                      </a:cubicBezTo>
                      <a:cubicBezTo>
                        <a:pt x="10661" y="47625"/>
                        <a:pt x="0" y="36964"/>
                        <a:pt x="0" y="23812"/>
                      </a:cubicBezTo>
                      <a:cubicBezTo>
                        <a:pt x="0" y="10661"/>
                        <a:pt x="10661" y="0"/>
                        <a:pt x="23813"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3" name="Freeform: Shape 229"/>
                <p:cNvSpPr/>
                <p:nvPr/>
              </p:nvSpPr>
              <p:spPr>
                <a:xfrm>
                  <a:off x="1055160" y="295416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4" name="Freeform: Shape 230"/>
                <p:cNvSpPr/>
                <p:nvPr/>
              </p:nvSpPr>
              <p:spPr>
                <a:xfrm>
                  <a:off x="1046880" y="29455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35" name="Graphic 3"/>
              <p:cNvGrpSpPr/>
              <p:nvPr/>
            </p:nvGrpSpPr>
            <p:grpSpPr>
              <a:xfrm>
                <a:off x="895680" y="2772000"/>
                <a:ext cx="99720" cy="99000"/>
                <a:chOff x="895680" y="2772000"/>
                <a:chExt cx="99720" cy="99000"/>
              </a:xfrm>
            </p:grpSpPr>
            <p:sp>
              <p:nvSpPr>
                <p:cNvPr id="536" name="Freeform: Shape 223"/>
                <p:cNvSpPr/>
                <p:nvPr/>
              </p:nvSpPr>
              <p:spPr>
                <a:xfrm>
                  <a:off x="925200" y="28015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7" name="Freeform: Shape 224"/>
                <p:cNvSpPr/>
                <p:nvPr/>
              </p:nvSpPr>
              <p:spPr>
                <a:xfrm>
                  <a:off x="915480" y="27918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8" name="Freeform: Shape 225"/>
                <p:cNvSpPr/>
                <p:nvPr/>
              </p:nvSpPr>
              <p:spPr>
                <a:xfrm>
                  <a:off x="904320" y="27806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39" name="Freeform: Shape 226"/>
                <p:cNvSpPr/>
                <p:nvPr/>
              </p:nvSpPr>
              <p:spPr>
                <a:xfrm>
                  <a:off x="895680" y="27720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40" name="Graphic 3"/>
              <p:cNvGrpSpPr/>
              <p:nvPr/>
            </p:nvGrpSpPr>
            <p:grpSpPr>
              <a:xfrm>
                <a:off x="1691280" y="2411640"/>
                <a:ext cx="99720" cy="99000"/>
                <a:chOff x="1691280" y="2411640"/>
                <a:chExt cx="99720" cy="99000"/>
              </a:xfrm>
            </p:grpSpPr>
            <p:sp>
              <p:nvSpPr>
                <p:cNvPr id="541" name="Freeform: Shape 219"/>
                <p:cNvSpPr/>
                <p:nvPr/>
              </p:nvSpPr>
              <p:spPr>
                <a:xfrm>
                  <a:off x="1720440" y="24411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2" y="32385"/>
                      </a:cubicBezTo>
                      <a:cubicBezTo>
                        <a:pt x="7249" y="32385"/>
                        <a:pt x="0" y="25135"/>
                        <a:pt x="0" y="16193"/>
                      </a:cubicBezTo>
                      <a:cubicBezTo>
                        <a:pt x="0" y="7250"/>
                        <a:pt x="7249" y="0"/>
                        <a:pt x="16192"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2" name="Freeform: Shape 220"/>
                <p:cNvSpPr/>
                <p:nvPr/>
              </p:nvSpPr>
              <p:spPr>
                <a:xfrm>
                  <a:off x="1710720" y="24314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3" name="Freeform: Shape 221"/>
                <p:cNvSpPr/>
                <p:nvPr/>
              </p:nvSpPr>
              <p:spPr>
                <a:xfrm>
                  <a:off x="1699920" y="24202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4" name="Freeform: Shape 222"/>
                <p:cNvSpPr/>
                <p:nvPr/>
              </p:nvSpPr>
              <p:spPr>
                <a:xfrm>
                  <a:off x="1691280" y="24116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45" name="Graphic 3"/>
              <p:cNvGrpSpPr/>
              <p:nvPr/>
            </p:nvGrpSpPr>
            <p:grpSpPr>
              <a:xfrm>
                <a:off x="1859400" y="2411640"/>
                <a:ext cx="99720" cy="99000"/>
                <a:chOff x="1859400" y="2411640"/>
                <a:chExt cx="99720" cy="99000"/>
              </a:xfrm>
            </p:grpSpPr>
            <p:sp>
              <p:nvSpPr>
                <p:cNvPr id="546" name="Freeform: Shape 215"/>
                <p:cNvSpPr/>
                <p:nvPr/>
              </p:nvSpPr>
              <p:spPr>
                <a:xfrm>
                  <a:off x="1888920" y="244116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2" y="32385"/>
                      </a:cubicBezTo>
                      <a:cubicBezTo>
                        <a:pt x="7250" y="32385"/>
                        <a:pt x="0" y="25135"/>
                        <a:pt x="0" y="16193"/>
                      </a:cubicBezTo>
                      <a:cubicBezTo>
                        <a:pt x="0" y="7250"/>
                        <a:pt x="7249" y="0"/>
                        <a:pt x="16192"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7" name="Freeform: Shape 216"/>
                <p:cNvSpPr/>
                <p:nvPr/>
              </p:nvSpPr>
              <p:spPr>
                <a:xfrm>
                  <a:off x="1878840" y="24314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2" y="47625"/>
                      </a:cubicBezTo>
                      <a:cubicBezTo>
                        <a:pt x="10661" y="47625"/>
                        <a:pt x="0" y="36964"/>
                        <a:pt x="0" y="23813"/>
                      </a:cubicBezTo>
                      <a:cubicBezTo>
                        <a:pt x="0" y="10661"/>
                        <a:pt x="10661" y="0"/>
                        <a:pt x="23812"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8" name="Freeform: Shape 217"/>
                <p:cNvSpPr/>
                <p:nvPr/>
              </p:nvSpPr>
              <p:spPr>
                <a:xfrm>
                  <a:off x="1868040" y="242028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49" name="Freeform: Shape 218"/>
                <p:cNvSpPr/>
                <p:nvPr/>
              </p:nvSpPr>
              <p:spPr>
                <a:xfrm>
                  <a:off x="1859400" y="24116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50" name="Graphic 3"/>
              <p:cNvGrpSpPr/>
              <p:nvPr/>
            </p:nvGrpSpPr>
            <p:grpSpPr>
              <a:xfrm>
                <a:off x="2119680" y="2568240"/>
                <a:ext cx="99720" cy="99000"/>
                <a:chOff x="2119680" y="2568240"/>
                <a:chExt cx="99720" cy="99000"/>
              </a:xfrm>
            </p:grpSpPr>
            <p:sp>
              <p:nvSpPr>
                <p:cNvPr id="551" name="Freeform: Shape 211"/>
                <p:cNvSpPr/>
                <p:nvPr/>
              </p:nvSpPr>
              <p:spPr>
                <a:xfrm>
                  <a:off x="2148840" y="259740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6" y="32385"/>
                        <a:pt x="16193" y="32385"/>
                      </a:cubicBezTo>
                      <a:cubicBezTo>
                        <a:pt x="7250" y="32385"/>
                        <a:pt x="0" y="25135"/>
                        <a:pt x="0" y="16193"/>
                      </a:cubicBezTo>
                      <a:cubicBezTo>
                        <a:pt x="0" y="7250"/>
                        <a:pt x="7249"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2" name="Freeform: Shape 212"/>
                <p:cNvSpPr/>
                <p:nvPr/>
              </p:nvSpPr>
              <p:spPr>
                <a:xfrm>
                  <a:off x="2139120" y="258768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3" name="Freeform: Shape 213"/>
                <p:cNvSpPr/>
                <p:nvPr/>
              </p:nvSpPr>
              <p:spPr>
                <a:xfrm>
                  <a:off x="2127960" y="257652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4" name="Freeform: Shape 214"/>
                <p:cNvSpPr/>
                <p:nvPr/>
              </p:nvSpPr>
              <p:spPr>
                <a:xfrm>
                  <a:off x="2119680" y="256824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55" name="Graphic 3"/>
              <p:cNvGrpSpPr/>
              <p:nvPr/>
            </p:nvGrpSpPr>
            <p:grpSpPr>
              <a:xfrm>
                <a:off x="1413720" y="2057400"/>
                <a:ext cx="99720" cy="99000"/>
                <a:chOff x="1413720" y="2057400"/>
                <a:chExt cx="99720" cy="99000"/>
              </a:xfrm>
            </p:grpSpPr>
            <p:sp>
              <p:nvSpPr>
                <p:cNvPr id="556" name="Freeform: Shape 207"/>
                <p:cNvSpPr/>
                <p:nvPr/>
              </p:nvSpPr>
              <p:spPr>
                <a:xfrm>
                  <a:off x="1443240" y="20869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7" name="Freeform: Shape 208"/>
                <p:cNvSpPr/>
                <p:nvPr/>
              </p:nvSpPr>
              <p:spPr>
                <a:xfrm>
                  <a:off x="1433520" y="207684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8" name="Freeform: Shape 209"/>
                <p:cNvSpPr/>
                <p:nvPr/>
              </p:nvSpPr>
              <p:spPr>
                <a:xfrm>
                  <a:off x="1422360" y="20660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59" name="Freeform: Shape 210"/>
                <p:cNvSpPr/>
                <p:nvPr/>
              </p:nvSpPr>
              <p:spPr>
                <a:xfrm>
                  <a:off x="1413720" y="205740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3"/>
                      </a:moveTo>
                      <a:cubicBezTo>
                        <a:pt x="78105" y="60621"/>
                        <a:pt x="60621" y="78105"/>
                        <a:pt x="39053" y="78105"/>
                      </a:cubicBezTo>
                      <a:cubicBezTo>
                        <a:pt x="17484" y="78105"/>
                        <a:pt x="0" y="60621"/>
                        <a:pt x="0" y="39053"/>
                      </a:cubicBezTo>
                      <a:cubicBezTo>
                        <a:pt x="0" y="17484"/>
                        <a:pt x="17484" y="0"/>
                        <a:pt x="39053"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60" name="Graphic 3"/>
              <p:cNvGrpSpPr/>
              <p:nvPr/>
            </p:nvGrpSpPr>
            <p:grpSpPr>
              <a:xfrm>
                <a:off x="1251720" y="2052720"/>
                <a:ext cx="99720" cy="99000"/>
                <a:chOff x="1251720" y="2052720"/>
                <a:chExt cx="99720" cy="99000"/>
              </a:xfrm>
            </p:grpSpPr>
            <p:sp>
              <p:nvSpPr>
                <p:cNvPr id="561" name="Freeform: Shape 203"/>
                <p:cNvSpPr/>
                <p:nvPr/>
              </p:nvSpPr>
              <p:spPr>
                <a:xfrm>
                  <a:off x="1281240" y="208188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4">
                      <a:moveTo>
                        <a:pt x="32385" y="16193"/>
                      </a:moveTo>
                      <a:cubicBezTo>
                        <a:pt x="32385" y="25135"/>
                        <a:pt x="25135" y="32385"/>
                        <a:pt x="16193" y="32385"/>
                      </a:cubicBezTo>
                      <a:cubicBezTo>
                        <a:pt x="7250" y="32385"/>
                        <a:pt x="0" y="25135"/>
                        <a:pt x="0" y="16193"/>
                      </a:cubicBezTo>
                      <a:cubicBezTo>
                        <a:pt x="0" y="7250"/>
                        <a:pt x="7250" y="0"/>
                        <a:pt x="16193" y="0"/>
                      </a:cubicBezTo>
                      <a:cubicBezTo>
                        <a:pt x="25135" y="0"/>
                        <a:pt x="32385" y="7250"/>
                        <a:pt x="32385" y="1619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2" name="Freeform: Shape 204"/>
                <p:cNvSpPr/>
                <p:nvPr/>
              </p:nvSpPr>
              <p:spPr>
                <a:xfrm>
                  <a:off x="1271520" y="207216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3"/>
                      </a:moveTo>
                      <a:cubicBezTo>
                        <a:pt x="47625" y="36964"/>
                        <a:pt x="36964" y="47625"/>
                        <a:pt x="23813" y="47625"/>
                      </a:cubicBezTo>
                      <a:cubicBezTo>
                        <a:pt x="10661" y="47625"/>
                        <a:pt x="0" y="36964"/>
                        <a:pt x="0" y="23813"/>
                      </a:cubicBezTo>
                      <a:cubicBezTo>
                        <a:pt x="0" y="10661"/>
                        <a:pt x="10661" y="0"/>
                        <a:pt x="23813" y="0"/>
                      </a:cubicBezTo>
                      <a:cubicBezTo>
                        <a:pt x="36964" y="0"/>
                        <a:pt x="47625" y="10661"/>
                        <a:pt x="47625" y="2381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3" name="Freeform: Shape 205"/>
                <p:cNvSpPr/>
                <p:nvPr/>
              </p:nvSpPr>
              <p:spPr>
                <a:xfrm>
                  <a:off x="1260360" y="206100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70"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4" name="Freeform: Shape 206"/>
                <p:cNvSpPr/>
                <p:nvPr/>
              </p:nvSpPr>
              <p:spPr>
                <a:xfrm>
                  <a:off x="1251720" y="205272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4" h="78104">
                      <a:moveTo>
                        <a:pt x="78105" y="39053"/>
                      </a:moveTo>
                      <a:cubicBezTo>
                        <a:pt x="78105" y="60621"/>
                        <a:pt x="60621" y="78105"/>
                        <a:pt x="39052" y="78105"/>
                      </a:cubicBezTo>
                      <a:cubicBezTo>
                        <a:pt x="17484" y="78105"/>
                        <a:pt x="0" y="60621"/>
                        <a:pt x="0" y="39053"/>
                      </a:cubicBezTo>
                      <a:cubicBezTo>
                        <a:pt x="0" y="17484"/>
                        <a:pt x="17484" y="0"/>
                        <a:pt x="39052" y="0"/>
                      </a:cubicBezTo>
                      <a:cubicBezTo>
                        <a:pt x="60621" y="0"/>
                        <a:pt x="78105" y="17484"/>
                        <a:pt x="78105" y="39053"/>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nvGrpSpPr>
              <p:cNvPr id="565" name="Graphic 3"/>
              <p:cNvGrpSpPr/>
              <p:nvPr/>
            </p:nvGrpSpPr>
            <p:grpSpPr>
              <a:xfrm>
                <a:off x="1552320" y="1692360"/>
                <a:ext cx="99720" cy="99000"/>
                <a:chOff x="1552320" y="1692360"/>
                <a:chExt cx="99720" cy="99000"/>
              </a:xfrm>
            </p:grpSpPr>
            <p:sp>
              <p:nvSpPr>
                <p:cNvPr id="566" name="Freeform: Shape 199"/>
                <p:cNvSpPr/>
                <p:nvPr/>
              </p:nvSpPr>
              <p:spPr>
                <a:xfrm>
                  <a:off x="1581840" y="1721520"/>
                  <a:ext cx="40680" cy="40320"/>
                </a:xfrm>
                <a:custGeom>
                  <a:avLst/>
                  <a:gdLst>
                    <a:gd name="textAreaLeft" fmla="*/ 0 w 40680"/>
                    <a:gd name="textAreaRight" fmla="*/ 41760 w 40680"/>
                    <a:gd name="textAreaTop" fmla="*/ 0 h 40320"/>
                    <a:gd name="textAreaBottom" fmla="*/ 41400 h 40320"/>
                  </a:gdLst>
                  <a:ahLst/>
                  <a:cxnLst/>
                  <a:rect l="textAreaLeft" t="textAreaTop" r="textAreaRight" b="textAreaBottom"/>
                  <a:pathLst>
                    <a:path w="32384" h="32385">
                      <a:moveTo>
                        <a:pt x="32385" y="16192"/>
                      </a:moveTo>
                      <a:cubicBezTo>
                        <a:pt x="32385" y="25135"/>
                        <a:pt x="25135" y="32385"/>
                        <a:pt x="16192" y="32385"/>
                      </a:cubicBezTo>
                      <a:cubicBezTo>
                        <a:pt x="7250" y="32385"/>
                        <a:pt x="0" y="25135"/>
                        <a:pt x="0" y="16192"/>
                      </a:cubicBezTo>
                      <a:cubicBezTo>
                        <a:pt x="0" y="7250"/>
                        <a:pt x="7249" y="0"/>
                        <a:pt x="16192" y="0"/>
                      </a:cubicBezTo>
                      <a:cubicBezTo>
                        <a:pt x="25135" y="0"/>
                        <a:pt x="32385" y="7250"/>
                        <a:pt x="32385" y="1619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600" rIns="90000" bIns="-36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7" name="Freeform: Shape 200"/>
                <p:cNvSpPr/>
                <p:nvPr/>
              </p:nvSpPr>
              <p:spPr>
                <a:xfrm>
                  <a:off x="1572120" y="1711800"/>
                  <a:ext cx="60120" cy="60120"/>
                </a:xfrm>
                <a:custGeom>
                  <a:avLst/>
                  <a:gdLst>
                    <a:gd name="textAreaLeft" fmla="*/ 0 w 60120"/>
                    <a:gd name="textAreaRight" fmla="*/ 61200 w 60120"/>
                    <a:gd name="textAreaTop" fmla="*/ 0 h 60120"/>
                    <a:gd name="textAreaBottom" fmla="*/ 61200 h 60120"/>
                  </a:gdLst>
                  <a:ahLst/>
                  <a:cxnLst/>
                  <a:rect l="textAreaLeft" t="textAreaTop" r="textAreaRight" b="textAreaBottom"/>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16200" rIns="90000" bIns="1620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8" name="Freeform: Shape 201"/>
                <p:cNvSpPr/>
                <p:nvPr/>
              </p:nvSpPr>
              <p:spPr>
                <a:xfrm>
                  <a:off x="1560960" y="1700640"/>
                  <a:ext cx="82440" cy="82080"/>
                </a:xfrm>
                <a:custGeom>
                  <a:avLst/>
                  <a:gdLst>
                    <a:gd name="textAreaLeft" fmla="*/ 0 w 82440"/>
                    <a:gd name="textAreaRight" fmla="*/ 83520 w 82440"/>
                    <a:gd name="textAreaTop" fmla="*/ 0 h 82080"/>
                    <a:gd name="textAreaBottom" fmla="*/ 83160 h 82080"/>
                  </a:gdLst>
                  <a:ahLst/>
                  <a:cxnLst/>
                  <a:rect l="textAreaLeft" t="textAreaTop" r="textAreaRight" b="textAreaBottom"/>
                  <a:pathLst>
                    <a:path w="64769" h="6477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38160" rIns="90000" bIns="38160" anchor="ctr">
                  <a:noAutofit/>
                </a:bodyPr>
                <a:lstStyle/>
                <a:p>
                  <a:pPr defTabSz="914400">
                    <a:lnSpc>
                      <a:spcPct val="100000"/>
                    </a:lnSpc>
                    <a:tabLst>
                      <a:tab pos="0" algn="l"/>
                    </a:tabLst>
                  </a:pPr>
                  <a:endParaRPr lang="en-IN" sz="1800" b="0" strike="noStrike" spc="-1">
                    <a:solidFill>
                      <a:srgbClr val="000000"/>
                    </a:solidFill>
                    <a:latin typeface="Calibri"/>
                  </a:endParaRPr>
                </a:p>
              </p:txBody>
            </p:sp>
            <p:sp>
              <p:nvSpPr>
                <p:cNvPr id="569" name="Freeform: Shape 202"/>
                <p:cNvSpPr/>
                <p:nvPr/>
              </p:nvSpPr>
              <p:spPr>
                <a:xfrm>
                  <a:off x="1552320" y="1692360"/>
                  <a:ext cx="99720" cy="99000"/>
                </a:xfrm>
                <a:custGeom>
                  <a:avLst/>
                  <a:gdLst>
                    <a:gd name="textAreaLeft" fmla="*/ 0 w 99720"/>
                    <a:gd name="textAreaRight" fmla="*/ 100800 w 99720"/>
                    <a:gd name="textAreaTop" fmla="*/ 0 h 99000"/>
                    <a:gd name="textAreaBottom" fmla="*/ 100080 h 99000"/>
                  </a:gdLst>
                  <a:ahLst/>
                  <a:cxnLst/>
                  <a:rect l="textAreaLeft" t="textAreaTop" r="textAreaRight" b="textAreaBottom"/>
                  <a:pathLst>
                    <a:path w="78105" h="78104">
                      <a:moveTo>
                        <a:pt x="78105" y="39052"/>
                      </a:moveTo>
                      <a:cubicBezTo>
                        <a:pt x="78105" y="60621"/>
                        <a:pt x="60621" y="78105"/>
                        <a:pt x="39052" y="78105"/>
                      </a:cubicBezTo>
                      <a:cubicBezTo>
                        <a:pt x="17484" y="78105"/>
                        <a:pt x="0" y="60621"/>
                        <a:pt x="0" y="39052"/>
                      </a:cubicBezTo>
                      <a:cubicBezTo>
                        <a:pt x="0" y="17484"/>
                        <a:pt x="17484" y="0"/>
                        <a:pt x="39052" y="0"/>
                      </a:cubicBezTo>
                      <a:cubicBezTo>
                        <a:pt x="60621" y="0"/>
                        <a:pt x="78105" y="17484"/>
                        <a:pt x="78105" y="39052"/>
                      </a:cubicBezTo>
                      <a:close/>
                    </a:path>
                  </a:pathLst>
                </a:custGeom>
                <a:solidFill>
                  <a:schemeClr val="accent2">
                    <a:alpha val="12000"/>
                  </a:schemeClr>
                </a:solidFill>
                <a:ln w="9525">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en-IN" sz="1800" b="0" strike="noStrike" spc="-1">
                    <a:solidFill>
                      <a:srgbClr val="000000"/>
                    </a:solidFill>
                    <a:latin typeface="Calibri"/>
                  </a:endParaRPr>
                </a:p>
              </p:txBody>
            </p:sp>
          </p:grpSp>
        </p:grpSp>
        <p:grpSp>
          <p:nvGrpSpPr>
            <p:cNvPr id="570" name="Group 9"/>
            <p:cNvGrpSpPr/>
            <p:nvPr/>
          </p:nvGrpSpPr>
          <p:grpSpPr>
            <a:xfrm>
              <a:off x="126720" y="3068280"/>
              <a:ext cx="1154880" cy="2504520"/>
              <a:chOff x="126720" y="3068280"/>
              <a:chExt cx="1154880" cy="2504520"/>
            </a:xfrm>
          </p:grpSpPr>
          <p:grpSp>
            <p:nvGrpSpPr>
              <p:cNvPr id="571" name="Group 10"/>
              <p:cNvGrpSpPr/>
              <p:nvPr/>
            </p:nvGrpSpPr>
            <p:grpSpPr>
              <a:xfrm>
                <a:off x="276840" y="3383640"/>
                <a:ext cx="49320" cy="2159640"/>
                <a:chOff x="276840" y="3383640"/>
                <a:chExt cx="49320" cy="2159640"/>
              </a:xfrm>
            </p:grpSpPr>
            <p:sp>
              <p:nvSpPr>
                <p:cNvPr id="572" name="Freeform: Shape 74"/>
                <p:cNvSpPr/>
                <p:nvPr/>
              </p:nvSpPr>
              <p:spPr>
                <a:xfrm>
                  <a:off x="276840" y="338364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0477"/>
                      </a:moveTo>
                      <a:cubicBezTo>
                        <a:pt x="20955" y="10477"/>
                        <a:pt x="12382" y="24765"/>
                        <a:pt x="12382" y="50482"/>
                      </a:cubicBezTo>
                      <a:cubicBezTo>
                        <a:pt x="12382" y="75247"/>
                        <a:pt x="20002" y="89535"/>
                        <a:pt x="32385" y="89535"/>
                      </a:cubicBezTo>
                      <a:cubicBezTo>
                        <a:pt x="45720" y="89535"/>
                        <a:pt x="52387" y="74295"/>
                        <a:pt x="52387" y="49530"/>
                      </a:cubicBezTo>
                      <a:cubicBezTo>
                        <a:pt x="52387" y="25717"/>
                        <a:pt x="46672"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3" name="Freeform: Shape 75"/>
                <p:cNvSpPr/>
                <p:nvPr/>
              </p:nvSpPr>
              <p:spPr>
                <a:xfrm>
                  <a:off x="276840" y="35377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7" y="0"/>
                      </a:moveTo>
                      <a:cubicBezTo>
                        <a:pt x="53340" y="0"/>
                        <a:pt x="64770" y="18097"/>
                        <a:pt x="64770" y="49530"/>
                      </a:cubicBezTo>
                      <a:cubicBezTo>
                        <a:pt x="64770" y="81915"/>
                        <a:pt x="52387" y="100012"/>
                        <a:pt x="31432" y="100012"/>
                      </a:cubicBezTo>
                      <a:cubicBezTo>
                        <a:pt x="12382" y="100012"/>
                        <a:pt x="0" y="81915"/>
                        <a:pt x="0" y="50482"/>
                      </a:cubicBezTo>
                      <a:cubicBezTo>
                        <a:pt x="0" y="18097"/>
                        <a:pt x="14287" y="0"/>
                        <a:pt x="33337" y="0"/>
                      </a:cubicBezTo>
                      <a:close/>
                      <a:moveTo>
                        <a:pt x="32385" y="10477"/>
                      </a:moveTo>
                      <a:cubicBezTo>
                        <a:pt x="20955" y="10477"/>
                        <a:pt x="12382" y="24765"/>
                        <a:pt x="12382" y="50482"/>
                      </a:cubicBezTo>
                      <a:cubicBezTo>
                        <a:pt x="12382" y="75247"/>
                        <a:pt x="20002" y="89535"/>
                        <a:pt x="32385" y="89535"/>
                      </a:cubicBezTo>
                      <a:cubicBezTo>
                        <a:pt x="45720" y="89535"/>
                        <a:pt x="52387" y="74295"/>
                        <a:pt x="52387" y="49530"/>
                      </a:cubicBezTo>
                      <a:cubicBezTo>
                        <a:pt x="52387" y="25717"/>
                        <a:pt x="46672"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4" name="Freeform: Shape 76"/>
                <p:cNvSpPr/>
                <p:nvPr/>
              </p:nvSpPr>
              <p:spPr>
                <a:xfrm>
                  <a:off x="288720" y="367308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2" y="97155"/>
                      </a:lnTo>
                      <a:lnTo>
                        <a:pt x="20002" y="12383"/>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5" name="Freeform: Shape 77"/>
                <p:cNvSpPr/>
                <p:nvPr/>
              </p:nvSpPr>
              <p:spPr>
                <a:xfrm>
                  <a:off x="288720" y="38559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2" y="96202"/>
                      </a:lnTo>
                      <a:lnTo>
                        <a:pt x="20002" y="12382"/>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6" name="Freeform: Shape 78"/>
                <p:cNvSpPr/>
                <p:nvPr/>
              </p:nvSpPr>
              <p:spPr>
                <a:xfrm>
                  <a:off x="288720" y="40388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7" name="Freeform: Shape 79"/>
                <p:cNvSpPr/>
                <p:nvPr/>
              </p:nvSpPr>
              <p:spPr>
                <a:xfrm>
                  <a:off x="276840" y="41713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7" y="0"/>
                      </a:moveTo>
                      <a:cubicBezTo>
                        <a:pt x="53340" y="952"/>
                        <a:pt x="64770" y="19050"/>
                        <a:pt x="64770" y="49529"/>
                      </a:cubicBezTo>
                      <a:cubicBezTo>
                        <a:pt x="64770" y="81915"/>
                        <a:pt x="52387" y="100012"/>
                        <a:pt x="31432" y="100012"/>
                      </a:cubicBezTo>
                      <a:cubicBezTo>
                        <a:pt x="12382" y="100012"/>
                        <a:pt x="0" y="81915"/>
                        <a:pt x="0" y="50482"/>
                      </a:cubicBezTo>
                      <a:cubicBezTo>
                        <a:pt x="0" y="18097"/>
                        <a:pt x="14287" y="0"/>
                        <a:pt x="33337" y="0"/>
                      </a:cubicBezTo>
                      <a:close/>
                      <a:moveTo>
                        <a:pt x="32385" y="11429"/>
                      </a:moveTo>
                      <a:cubicBezTo>
                        <a:pt x="20955" y="10477"/>
                        <a:pt x="12382" y="24765"/>
                        <a:pt x="12382" y="51435"/>
                      </a:cubicBezTo>
                      <a:cubicBezTo>
                        <a:pt x="12382" y="76200"/>
                        <a:pt x="20002" y="90487"/>
                        <a:pt x="32385" y="90487"/>
                      </a:cubicBezTo>
                      <a:cubicBezTo>
                        <a:pt x="45720" y="90487"/>
                        <a:pt x="52387" y="75247"/>
                        <a:pt x="52387" y="50482"/>
                      </a:cubicBezTo>
                      <a:cubicBezTo>
                        <a:pt x="52387" y="26670"/>
                        <a:pt x="46672" y="11429"/>
                        <a:pt x="32385" y="11429"/>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8" name="Freeform: Shape 80"/>
                <p:cNvSpPr/>
                <p:nvPr/>
              </p:nvSpPr>
              <p:spPr>
                <a:xfrm>
                  <a:off x="288720" y="43650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2" y="96203"/>
                      </a:lnTo>
                      <a:lnTo>
                        <a:pt x="20002" y="12383"/>
                      </a:lnTo>
                      <a:lnTo>
                        <a:pt x="2857" y="20956"/>
                      </a:lnTo>
                      <a:lnTo>
                        <a:pt x="0" y="11431"/>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79" name="Freeform: Shape 81"/>
                <p:cNvSpPr/>
                <p:nvPr/>
              </p:nvSpPr>
              <p:spPr>
                <a:xfrm>
                  <a:off x="276840" y="45169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7" y="0"/>
                      </a:moveTo>
                      <a:cubicBezTo>
                        <a:pt x="53340" y="953"/>
                        <a:pt x="64770" y="19050"/>
                        <a:pt x="64770" y="49530"/>
                      </a:cubicBezTo>
                      <a:cubicBezTo>
                        <a:pt x="64770" y="81915"/>
                        <a:pt x="52387" y="100013"/>
                        <a:pt x="31432" y="100013"/>
                      </a:cubicBezTo>
                      <a:cubicBezTo>
                        <a:pt x="12382" y="100013"/>
                        <a:pt x="0" y="81915"/>
                        <a:pt x="0" y="50483"/>
                      </a:cubicBezTo>
                      <a:cubicBezTo>
                        <a:pt x="0" y="18098"/>
                        <a:pt x="14287" y="0"/>
                        <a:pt x="33337" y="0"/>
                      </a:cubicBezTo>
                      <a:close/>
                      <a:moveTo>
                        <a:pt x="32385" y="11430"/>
                      </a:moveTo>
                      <a:cubicBezTo>
                        <a:pt x="20955" y="10478"/>
                        <a:pt x="12382" y="24765"/>
                        <a:pt x="12382" y="51435"/>
                      </a:cubicBezTo>
                      <a:cubicBezTo>
                        <a:pt x="12382" y="76200"/>
                        <a:pt x="20002" y="90488"/>
                        <a:pt x="32385" y="90488"/>
                      </a:cubicBezTo>
                      <a:cubicBezTo>
                        <a:pt x="45720" y="90488"/>
                        <a:pt x="52387" y="75248"/>
                        <a:pt x="52387" y="50483"/>
                      </a:cubicBezTo>
                      <a:cubicBezTo>
                        <a:pt x="52387" y="26670"/>
                        <a:pt x="46672"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0" name="Freeform: Shape 82"/>
                <p:cNvSpPr/>
                <p:nvPr/>
              </p:nvSpPr>
              <p:spPr>
                <a:xfrm>
                  <a:off x="288720" y="46720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1" name="Freeform: Shape 83"/>
                <p:cNvSpPr/>
                <p:nvPr/>
              </p:nvSpPr>
              <p:spPr>
                <a:xfrm>
                  <a:off x="276840" y="48240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1430"/>
                      </a:moveTo>
                      <a:cubicBezTo>
                        <a:pt x="20955" y="11430"/>
                        <a:pt x="12382" y="24765"/>
                        <a:pt x="12382" y="51435"/>
                      </a:cubicBezTo>
                      <a:cubicBezTo>
                        <a:pt x="12382" y="76200"/>
                        <a:pt x="20002" y="90487"/>
                        <a:pt x="32385" y="90487"/>
                      </a:cubicBezTo>
                      <a:cubicBezTo>
                        <a:pt x="45720" y="90487"/>
                        <a:pt x="52387" y="75247"/>
                        <a:pt x="52387" y="50482"/>
                      </a:cubicBezTo>
                      <a:cubicBezTo>
                        <a:pt x="52387" y="26670"/>
                        <a:pt x="46672"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2" name="Freeform: Shape 84"/>
                <p:cNvSpPr/>
                <p:nvPr/>
              </p:nvSpPr>
              <p:spPr>
                <a:xfrm>
                  <a:off x="276840" y="495864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7" y="0"/>
                      </a:moveTo>
                      <a:cubicBezTo>
                        <a:pt x="53340" y="952"/>
                        <a:pt x="64770" y="19050"/>
                        <a:pt x="64770" y="49530"/>
                      </a:cubicBezTo>
                      <a:cubicBezTo>
                        <a:pt x="64770" y="81915"/>
                        <a:pt x="52387" y="100012"/>
                        <a:pt x="31432" y="100012"/>
                      </a:cubicBezTo>
                      <a:cubicBezTo>
                        <a:pt x="12382" y="100012"/>
                        <a:pt x="0" y="81915"/>
                        <a:pt x="0" y="50482"/>
                      </a:cubicBezTo>
                      <a:cubicBezTo>
                        <a:pt x="0" y="18097"/>
                        <a:pt x="14287" y="0"/>
                        <a:pt x="33337" y="0"/>
                      </a:cubicBezTo>
                      <a:close/>
                      <a:moveTo>
                        <a:pt x="32385" y="11430"/>
                      </a:moveTo>
                      <a:cubicBezTo>
                        <a:pt x="20955" y="10477"/>
                        <a:pt x="12382" y="24765"/>
                        <a:pt x="12382" y="51435"/>
                      </a:cubicBezTo>
                      <a:cubicBezTo>
                        <a:pt x="12382" y="76200"/>
                        <a:pt x="20002" y="90487"/>
                        <a:pt x="32385" y="90487"/>
                      </a:cubicBezTo>
                      <a:cubicBezTo>
                        <a:pt x="45720" y="90487"/>
                        <a:pt x="52387" y="75247"/>
                        <a:pt x="52387" y="50482"/>
                      </a:cubicBezTo>
                      <a:cubicBezTo>
                        <a:pt x="52387" y="26670"/>
                        <a:pt x="46672"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3" name="Freeform: Shape 85"/>
                <p:cNvSpPr/>
                <p:nvPr/>
              </p:nvSpPr>
              <p:spPr>
                <a:xfrm>
                  <a:off x="288720" y="51238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2" y="96203"/>
                      </a:lnTo>
                      <a:lnTo>
                        <a:pt x="20002" y="12383"/>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4" name="Freeform: Shape 86"/>
                <p:cNvSpPr/>
                <p:nvPr/>
              </p:nvSpPr>
              <p:spPr>
                <a:xfrm>
                  <a:off x="288720" y="528660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2" y="97155"/>
                      </a:lnTo>
                      <a:lnTo>
                        <a:pt x="20002" y="12383"/>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5" name="Freeform: Shape 87"/>
                <p:cNvSpPr/>
                <p:nvPr/>
              </p:nvSpPr>
              <p:spPr>
                <a:xfrm>
                  <a:off x="288720" y="54694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2" y="96202"/>
                      </a:lnTo>
                      <a:lnTo>
                        <a:pt x="20002" y="12382"/>
                      </a:lnTo>
                      <a:lnTo>
                        <a:pt x="2857"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grpSp>
            <p:nvGrpSpPr>
              <p:cNvPr id="586" name="Group 11"/>
              <p:cNvGrpSpPr/>
              <p:nvPr/>
            </p:nvGrpSpPr>
            <p:grpSpPr>
              <a:xfrm>
                <a:off x="126720" y="3068280"/>
                <a:ext cx="49320" cy="2428200"/>
                <a:chOff x="126720" y="3068280"/>
                <a:chExt cx="49320" cy="2428200"/>
              </a:xfrm>
            </p:grpSpPr>
            <p:sp>
              <p:nvSpPr>
                <p:cNvPr id="587" name="Freeform: Shape 58"/>
                <p:cNvSpPr/>
                <p:nvPr/>
              </p:nvSpPr>
              <p:spPr>
                <a:xfrm>
                  <a:off x="138600" y="30682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8" name="Freeform: Shape 59"/>
                <p:cNvSpPr/>
                <p:nvPr/>
              </p:nvSpPr>
              <p:spPr>
                <a:xfrm>
                  <a:off x="126720" y="32202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1430"/>
                      </a:moveTo>
                      <a:cubicBezTo>
                        <a:pt x="20003" y="11430"/>
                        <a:pt x="12383" y="24765"/>
                        <a:pt x="12383" y="51435"/>
                      </a:cubicBezTo>
                      <a:cubicBezTo>
                        <a:pt x="12383" y="76200"/>
                        <a:pt x="20003" y="90487"/>
                        <a:pt x="32385" y="90487"/>
                      </a:cubicBezTo>
                      <a:cubicBezTo>
                        <a:pt x="45720" y="90487"/>
                        <a:pt x="52388" y="75247"/>
                        <a:pt x="52388" y="50482"/>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89" name="Freeform: Shape 60"/>
                <p:cNvSpPr/>
                <p:nvPr/>
              </p:nvSpPr>
              <p:spPr>
                <a:xfrm>
                  <a:off x="138600" y="33753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0" name="Freeform: Shape 61"/>
                <p:cNvSpPr/>
                <p:nvPr/>
              </p:nvSpPr>
              <p:spPr>
                <a:xfrm>
                  <a:off x="126720" y="35280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0"/>
                        <a:pt x="64770" y="18097"/>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1" name="Freeform: Shape 62"/>
                <p:cNvSpPr/>
                <p:nvPr/>
              </p:nvSpPr>
              <p:spPr>
                <a:xfrm>
                  <a:off x="126720" y="36619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2" name="Freeform: Shape 63"/>
                <p:cNvSpPr/>
                <p:nvPr/>
              </p:nvSpPr>
              <p:spPr>
                <a:xfrm>
                  <a:off x="138600" y="38271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3" name="Freeform: Shape 64"/>
                <p:cNvSpPr/>
                <p:nvPr/>
              </p:nvSpPr>
              <p:spPr>
                <a:xfrm>
                  <a:off x="138600" y="39906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4" name="Freeform: Shape 65"/>
                <p:cNvSpPr/>
                <p:nvPr/>
              </p:nvSpPr>
              <p:spPr>
                <a:xfrm>
                  <a:off x="138600" y="41727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5" name="Freeform: Shape 66"/>
                <p:cNvSpPr/>
                <p:nvPr/>
              </p:nvSpPr>
              <p:spPr>
                <a:xfrm>
                  <a:off x="126720" y="432504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6" name="Freeform: Shape 67"/>
                <p:cNvSpPr/>
                <p:nvPr/>
              </p:nvSpPr>
              <p:spPr>
                <a:xfrm>
                  <a:off x="138600" y="44798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7" name="Freeform: Shape 68"/>
                <p:cNvSpPr/>
                <p:nvPr/>
              </p:nvSpPr>
              <p:spPr>
                <a:xfrm>
                  <a:off x="126720" y="46321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8" name="Freeform: Shape 69"/>
                <p:cNvSpPr/>
                <p:nvPr/>
              </p:nvSpPr>
              <p:spPr>
                <a:xfrm>
                  <a:off x="126720" y="478548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599" name="Freeform: Shape 70"/>
                <p:cNvSpPr/>
                <p:nvPr/>
              </p:nvSpPr>
              <p:spPr>
                <a:xfrm>
                  <a:off x="138600" y="492156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0" name="Freeform: Shape 71"/>
                <p:cNvSpPr/>
                <p:nvPr/>
              </p:nvSpPr>
              <p:spPr>
                <a:xfrm>
                  <a:off x="138600" y="51044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1" name="Freeform: Shape 72"/>
                <p:cNvSpPr/>
                <p:nvPr/>
              </p:nvSpPr>
              <p:spPr>
                <a:xfrm>
                  <a:off x="138600" y="52866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2" name="Freeform: Shape 73"/>
                <p:cNvSpPr/>
                <p:nvPr/>
              </p:nvSpPr>
              <p:spPr>
                <a:xfrm>
                  <a:off x="126720" y="54198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sp>
            <p:nvSpPr>
              <p:cNvPr id="603" name="Freeform: Shape 12"/>
              <p:cNvSpPr/>
              <p:nvPr/>
            </p:nvSpPr>
            <p:spPr>
              <a:xfrm>
                <a:off x="430200" y="35280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0"/>
                      <a:pt x="64770" y="18097"/>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4" name="Freeform: Shape 13"/>
              <p:cNvSpPr/>
              <p:nvPr/>
            </p:nvSpPr>
            <p:spPr>
              <a:xfrm>
                <a:off x="430200" y="36619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5" name="Freeform: Shape 14"/>
              <p:cNvSpPr/>
              <p:nvPr/>
            </p:nvSpPr>
            <p:spPr>
              <a:xfrm>
                <a:off x="442080" y="38271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6" name="Freeform: Shape 15"/>
              <p:cNvSpPr/>
              <p:nvPr/>
            </p:nvSpPr>
            <p:spPr>
              <a:xfrm>
                <a:off x="442080" y="39906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7" name="Freeform: Shape 16"/>
              <p:cNvSpPr/>
              <p:nvPr/>
            </p:nvSpPr>
            <p:spPr>
              <a:xfrm>
                <a:off x="442080" y="41727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8" name="Freeform: Shape 17"/>
              <p:cNvSpPr/>
              <p:nvPr/>
            </p:nvSpPr>
            <p:spPr>
              <a:xfrm>
                <a:off x="430200" y="432504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09" name="Freeform: Shape 18"/>
              <p:cNvSpPr/>
              <p:nvPr/>
            </p:nvSpPr>
            <p:spPr>
              <a:xfrm>
                <a:off x="442080" y="44798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0" name="Freeform: Shape 19"/>
              <p:cNvSpPr/>
              <p:nvPr/>
            </p:nvSpPr>
            <p:spPr>
              <a:xfrm>
                <a:off x="430200" y="46321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1" name="Freeform: Shape 20"/>
              <p:cNvSpPr/>
              <p:nvPr/>
            </p:nvSpPr>
            <p:spPr>
              <a:xfrm>
                <a:off x="430200" y="478548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2" name="Freeform: Shape 21"/>
              <p:cNvSpPr/>
              <p:nvPr/>
            </p:nvSpPr>
            <p:spPr>
              <a:xfrm>
                <a:off x="442080" y="492156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3" name="Freeform: Shape 22"/>
              <p:cNvSpPr/>
              <p:nvPr/>
            </p:nvSpPr>
            <p:spPr>
              <a:xfrm>
                <a:off x="442080" y="51044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4" name="Freeform: Shape 23"/>
              <p:cNvSpPr/>
              <p:nvPr/>
            </p:nvSpPr>
            <p:spPr>
              <a:xfrm>
                <a:off x="442080" y="52866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5" name="Freeform: Shape 24"/>
              <p:cNvSpPr/>
              <p:nvPr/>
            </p:nvSpPr>
            <p:spPr>
              <a:xfrm>
                <a:off x="430200" y="54198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nvGrpSpPr>
              <p:cNvPr id="616" name="Group 25"/>
              <p:cNvGrpSpPr/>
              <p:nvPr/>
            </p:nvGrpSpPr>
            <p:grpSpPr>
              <a:xfrm>
                <a:off x="803520" y="3922560"/>
                <a:ext cx="49320" cy="1187640"/>
                <a:chOff x="803520" y="3922560"/>
                <a:chExt cx="49320" cy="1187640"/>
              </a:xfrm>
            </p:grpSpPr>
            <p:sp>
              <p:nvSpPr>
                <p:cNvPr id="617" name="Freeform: Shape 50"/>
                <p:cNvSpPr/>
                <p:nvPr/>
              </p:nvSpPr>
              <p:spPr>
                <a:xfrm>
                  <a:off x="815760" y="392256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8" name="Freeform: Shape 51"/>
                <p:cNvSpPr/>
                <p:nvPr/>
              </p:nvSpPr>
              <p:spPr>
                <a:xfrm>
                  <a:off x="815760" y="410472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19" name="Freeform: Shape 52"/>
                <p:cNvSpPr/>
                <p:nvPr/>
              </p:nvSpPr>
              <p:spPr>
                <a:xfrm>
                  <a:off x="803520" y="42570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0" name="Freeform: Shape 53"/>
                <p:cNvSpPr/>
                <p:nvPr/>
              </p:nvSpPr>
              <p:spPr>
                <a:xfrm>
                  <a:off x="815760" y="44118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1" name="Freeform: Shape 54"/>
                <p:cNvSpPr/>
                <p:nvPr/>
              </p:nvSpPr>
              <p:spPr>
                <a:xfrm>
                  <a:off x="803520" y="456408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2" name="Freeform: Shape 55"/>
                <p:cNvSpPr/>
                <p:nvPr/>
              </p:nvSpPr>
              <p:spPr>
                <a:xfrm>
                  <a:off x="803520" y="471744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3" name="Freeform: Shape 56"/>
                <p:cNvSpPr/>
                <p:nvPr/>
              </p:nvSpPr>
              <p:spPr>
                <a:xfrm>
                  <a:off x="815760" y="485352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4" name="Freeform: Shape 57"/>
                <p:cNvSpPr/>
                <p:nvPr/>
              </p:nvSpPr>
              <p:spPr>
                <a:xfrm>
                  <a:off x="815760" y="50364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grpSp>
            <p:nvGrpSpPr>
              <p:cNvPr id="625" name="Group 26"/>
              <p:cNvGrpSpPr/>
              <p:nvPr/>
            </p:nvGrpSpPr>
            <p:grpSpPr>
              <a:xfrm>
                <a:off x="649440" y="4272840"/>
                <a:ext cx="49320" cy="1187640"/>
                <a:chOff x="649440" y="4272840"/>
                <a:chExt cx="49320" cy="1187640"/>
              </a:xfrm>
            </p:grpSpPr>
            <p:sp>
              <p:nvSpPr>
                <p:cNvPr id="626" name="Freeform: Shape 42"/>
                <p:cNvSpPr/>
                <p:nvPr/>
              </p:nvSpPr>
              <p:spPr>
                <a:xfrm>
                  <a:off x="661320" y="42728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7" name="Freeform: Shape 43"/>
                <p:cNvSpPr/>
                <p:nvPr/>
              </p:nvSpPr>
              <p:spPr>
                <a:xfrm>
                  <a:off x="661320" y="44550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8" name="Freeform: Shape 44"/>
                <p:cNvSpPr/>
                <p:nvPr/>
              </p:nvSpPr>
              <p:spPr>
                <a:xfrm>
                  <a:off x="649440" y="460728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29" name="Freeform: Shape 45"/>
                <p:cNvSpPr/>
                <p:nvPr/>
              </p:nvSpPr>
              <p:spPr>
                <a:xfrm>
                  <a:off x="661320" y="47620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0" name="Freeform: Shape 46"/>
                <p:cNvSpPr/>
                <p:nvPr/>
              </p:nvSpPr>
              <p:spPr>
                <a:xfrm>
                  <a:off x="649440" y="491436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1" name="Freeform: Shape 47"/>
                <p:cNvSpPr/>
                <p:nvPr/>
              </p:nvSpPr>
              <p:spPr>
                <a:xfrm>
                  <a:off x="649440" y="50677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2" name="Freeform: Shape 48"/>
                <p:cNvSpPr/>
                <p:nvPr/>
              </p:nvSpPr>
              <p:spPr>
                <a:xfrm>
                  <a:off x="661320" y="520380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3" name="Freeform: Shape 49"/>
                <p:cNvSpPr/>
                <p:nvPr/>
              </p:nvSpPr>
              <p:spPr>
                <a:xfrm>
                  <a:off x="661320" y="53866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grpSp>
            <p:nvGrpSpPr>
              <p:cNvPr id="634" name="Group 27"/>
              <p:cNvGrpSpPr/>
              <p:nvPr/>
            </p:nvGrpSpPr>
            <p:grpSpPr>
              <a:xfrm>
                <a:off x="1024560" y="4240080"/>
                <a:ext cx="49320" cy="1187640"/>
                <a:chOff x="1024560" y="4240080"/>
                <a:chExt cx="49320" cy="1187640"/>
              </a:xfrm>
            </p:grpSpPr>
            <p:sp>
              <p:nvSpPr>
                <p:cNvPr id="635" name="Freeform: Shape 34"/>
                <p:cNvSpPr/>
                <p:nvPr/>
              </p:nvSpPr>
              <p:spPr>
                <a:xfrm>
                  <a:off x="1036440" y="42400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6" name="Freeform: Shape 35"/>
                <p:cNvSpPr/>
                <p:nvPr/>
              </p:nvSpPr>
              <p:spPr>
                <a:xfrm>
                  <a:off x="1036440" y="44218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7" name="Freeform: Shape 36"/>
                <p:cNvSpPr/>
                <p:nvPr/>
              </p:nvSpPr>
              <p:spPr>
                <a:xfrm>
                  <a:off x="1024560" y="45745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8" name="Freeform: Shape 37"/>
                <p:cNvSpPr/>
                <p:nvPr/>
              </p:nvSpPr>
              <p:spPr>
                <a:xfrm>
                  <a:off x="1036440" y="472932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39" name="Freeform: Shape 38"/>
                <p:cNvSpPr/>
                <p:nvPr/>
              </p:nvSpPr>
              <p:spPr>
                <a:xfrm>
                  <a:off x="1024560" y="488160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0" name="Freeform: Shape 39"/>
                <p:cNvSpPr/>
                <p:nvPr/>
              </p:nvSpPr>
              <p:spPr>
                <a:xfrm>
                  <a:off x="1024560" y="503496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1" name="Freeform: Shape 40"/>
                <p:cNvSpPr/>
                <p:nvPr/>
              </p:nvSpPr>
              <p:spPr>
                <a:xfrm>
                  <a:off x="1036440" y="5171040"/>
                  <a:ext cx="24120" cy="74520"/>
                </a:xfrm>
                <a:custGeom>
                  <a:avLst/>
                  <a:gdLst>
                    <a:gd name="textAreaLeft" fmla="*/ 0 w 24120"/>
                    <a:gd name="textAreaRight" fmla="*/ 25200 w 24120"/>
                    <a:gd name="textAreaTop" fmla="*/ 0 h 74520"/>
                    <a:gd name="textAreaBottom" fmla="*/ 75600 h 74520"/>
                  </a:gdLst>
                  <a:ahLst/>
                  <a:cxnLst/>
                  <a:rect l="textAreaLeft" t="textAreaTop" r="textAreaRight" b="textAreaBottom"/>
                  <a:pathLst>
                    <a:path w="32385" h="97155">
                      <a:moveTo>
                        <a:pt x="20955" y="0"/>
                      </a:moveTo>
                      <a:lnTo>
                        <a:pt x="32385" y="0"/>
                      </a:lnTo>
                      <a:lnTo>
                        <a:pt x="32385" y="97155"/>
                      </a:lnTo>
                      <a:lnTo>
                        <a:pt x="20003" y="97155"/>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0600" rIns="90000" bIns="3060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2" name="Freeform: Shape 41"/>
                <p:cNvSpPr/>
                <p:nvPr/>
              </p:nvSpPr>
              <p:spPr>
                <a:xfrm>
                  <a:off x="1036440" y="535392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sp>
            <p:nvSpPr>
              <p:cNvPr id="643" name="Freeform: Shape 28"/>
              <p:cNvSpPr/>
              <p:nvPr/>
            </p:nvSpPr>
            <p:spPr>
              <a:xfrm>
                <a:off x="1244160" y="470124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4" name="Freeform: Shape 29"/>
              <p:cNvSpPr/>
              <p:nvPr/>
            </p:nvSpPr>
            <p:spPr>
              <a:xfrm>
                <a:off x="1244160" y="488340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3">
                    <a:moveTo>
                      <a:pt x="20955" y="0"/>
                    </a:moveTo>
                    <a:lnTo>
                      <a:pt x="32385" y="0"/>
                    </a:lnTo>
                    <a:lnTo>
                      <a:pt x="32385" y="96203"/>
                    </a:lnTo>
                    <a:lnTo>
                      <a:pt x="20003" y="96203"/>
                    </a:lnTo>
                    <a:lnTo>
                      <a:pt x="20003" y="12383"/>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5" name="Freeform: Shape 30"/>
              <p:cNvSpPr/>
              <p:nvPr/>
            </p:nvSpPr>
            <p:spPr>
              <a:xfrm>
                <a:off x="1232280" y="503568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0"/>
                      <a:pt x="64770" y="18098"/>
                      <a:pt x="64770" y="49530"/>
                    </a:cubicBezTo>
                    <a:cubicBezTo>
                      <a:pt x="64770" y="81915"/>
                      <a:pt x="52388" y="100013"/>
                      <a:pt x="31433" y="100013"/>
                    </a:cubicBezTo>
                    <a:cubicBezTo>
                      <a:pt x="12383" y="100013"/>
                      <a:pt x="0" y="81915"/>
                      <a:pt x="0" y="50483"/>
                    </a:cubicBezTo>
                    <a:cubicBezTo>
                      <a:pt x="0" y="18098"/>
                      <a:pt x="14288" y="0"/>
                      <a:pt x="33338" y="0"/>
                    </a:cubicBezTo>
                    <a:close/>
                    <a:moveTo>
                      <a:pt x="32385" y="10477"/>
                    </a:moveTo>
                    <a:cubicBezTo>
                      <a:pt x="20003" y="10477"/>
                      <a:pt x="12383" y="24765"/>
                      <a:pt x="12383" y="50483"/>
                    </a:cubicBezTo>
                    <a:cubicBezTo>
                      <a:pt x="12383" y="75248"/>
                      <a:pt x="20003" y="89535"/>
                      <a:pt x="32385" y="89535"/>
                    </a:cubicBezTo>
                    <a:cubicBezTo>
                      <a:pt x="45720" y="89535"/>
                      <a:pt x="52388" y="74295"/>
                      <a:pt x="52388" y="49530"/>
                    </a:cubicBezTo>
                    <a:cubicBezTo>
                      <a:pt x="52388" y="25718"/>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6" name="Freeform: Shape 31"/>
              <p:cNvSpPr/>
              <p:nvPr/>
            </p:nvSpPr>
            <p:spPr>
              <a:xfrm>
                <a:off x="1244160" y="5190480"/>
                <a:ext cx="24120" cy="73800"/>
              </a:xfrm>
              <a:custGeom>
                <a:avLst/>
                <a:gdLst>
                  <a:gd name="textAreaLeft" fmla="*/ 0 w 24120"/>
                  <a:gd name="textAreaRight" fmla="*/ 25200 w 24120"/>
                  <a:gd name="textAreaTop" fmla="*/ 0 h 73800"/>
                  <a:gd name="textAreaBottom" fmla="*/ 74880 h 73800"/>
                </a:gdLst>
                <a:ahLst/>
                <a:cxnLst/>
                <a:rect l="textAreaLeft" t="textAreaTop" r="textAreaRight" b="textAreaBottom"/>
                <a:pathLst>
                  <a:path w="32385" h="96202">
                    <a:moveTo>
                      <a:pt x="20955" y="0"/>
                    </a:moveTo>
                    <a:lnTo>
                      <a:pt x="32385" y="0"/>
                    </a:lnTo>
                    <a:lnTo>
                      <a:pt x="32385" y="96202"/>
                    </a:lnTo>
                    <a:lnTo>
                      <a:pt x="20003" y="96202"/>
                    </a:lnTo>
                    <a:lnTo>
                      <a:pt x="20003" y="12382"/>
                    </a:lnTo>
                    <a:lnTo>
                      <a:pt x="2858" y="20955"/>
                    </a:lnTo>
                    <a:lnTo>
                      <a:pt x="0" y="11430"/>
                    </a:lnTo>
                    <a:lnTo>
                      <a:pt x="20955" y="0"/>
                    </a:ln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29880" rIns="90000" bIns="2988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7" name="Freeform: Shape 32"/>
              <p:cNvSpPr/>
              <p:nvPr/>
            </p:nvSpPr>
            <p:spPr>
              <a:xfrm>
                <a:off x="1232280" y="534276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2">
                    <a:moveTo>
                      <a:pt x="33338" y="0"/>
                    </a:moveTo>
                    <a:cubicBezTo>
                      <a:pt x="52388" y="952"/>
                      <a:pt x="64770" y="19050"/>
                      <a:pt x="64770" y="49530"/>
                    </a:cubicBezTo>
                    <a:cubicBezTo>
                      <a:pt x="64770" y="81915"/>
                      <a:pt x="52388" y="100012"/>
                      <a:pt x="31433" y="100012"/>
                    </a:cubicBezTo>
                    <a:cubicBezTo>
                      <a:pt x="12383" y="100012"/>
                      <a:pt x="0" y="81915"/>
                      <a:pt x="0" y="50482"/>
                    </a:cubicBezTo>
                    <a:cubicBezTo>
                      <a:pt x="0" y="18097"/>
                      <a:pt x="14288" y="0"/>
                      <a:pt x="33338" y="0"/>
                    </a:cubicBezTo>
                    <a:close/>
                    <a:moveTo>
                      <a:pt x="32385" y="10477"/>
                    </a:moveTo>
                    <a:cubicBezTo>
                      <a:pt x="20003" y="10477"/>
                      <a:pt x="12383" y="24765"/>
                      <a:pt x="12383" y="50482"/>
                    </a:cubicBezTo>
                    <a:cubicBezTo>
                      <a:pt x="12383" y="75247"/>
                      <a:pt x="20003" y="89535"/>
                      <a:pt x="32385" y="89535"/>
                    </a:cubicBezTo>
                    <a:cubicBezTo>
                      <a:pt x="45720" y="89535"/>
                      <a:pt x="52388" y="74295"/>
                      <a:pt x="52388" y="49530"/>
                    </a:cubicBezTo>
                    <a:cubicBezTo>
                      <a:pt x="52388" y="25717"/>
                      <a:pt x="46673" y="10477"/>
                      <a:pt x="32385" y="10477"/>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sp>
            <p:nvSpPr>
              <p:cNvPr id="648" name="Freeform: Shape 33"/>
              <p:cNvSpPr/>
              <p:nvPr/>
            </p:nvSpPr>
            <p:spPr>
              <a:xfrm>
                <a:off x="1232280" y="5496120"/>
                <a:ext cx="49320" cy="76680"/>
              </a:xfrm>
              <a:custGeom>
                <a:avLst/>
                <a:gdLst>
                  <a:gd name="textAreaLeft" fmla="*/ 0 w 49320"/>
                  <a:gd name="textAreaRight" fmla="*/ 50400 w 49320"/>
                  <a:gd name="textAreaTop" fmla="*/ 0 h 76680"/>
                  <a:gd name="textAreaBottom" fmla="*/ 77760 h 76680"/>
                </a:gdLst>
                <a:ahLst/>
                <a:cxnLst/>
                <a:rect l="textAreaLeft" t="textAreaTop" r="textAreaRight" b="textAreaBottom"/>
                <a:pathLst>
                  <a:path w="64770" h="100013">
                    <a:moveTo>
                      <a:pt x="33338" y="0"/>
                    </a:moveTo>
                    <a:cubicBezTo>
                      <a:pt x="52388" y="953"/>
                      <a:pt x="64770" y="19050"/>
                      <a:pt x="64770" y="49530"/>
                    </a:cubicBezTo>
                    <a:cubicBezTo>
                      <a:pt x="64770" y="81915"/>
                      <a:pt x="52388" y="100013"/>
                      <a:pt x="31433" y="100013"/>
                    </a:cubicBezTo>
                    <a:cubicBezTo>
                      <a:pt x="12383" y="100013"/>
                      <a:pt x="0" y="81915"/>
                      <a:pt x="0" y="50483"/>
                    </a:cubicBezTo>
                    <a:cubicBezTo>
                      <a:pt x="0" y="18098"/>
                      <a:pt x="14288" y="0"/>
                      <a:pt x="33338" y="0"/>
                    </a:cubicBezTo>
                    <a:close/>
                    <a:moveTo>
                      <a:pt x="32385" y="11430"/>
                    </a:moveTo>
                    <a:cubicBezTo>
                      <a:pt x="20003" y="11430"/>
                      <a:pt x="12383" y="24765"/>
                      <a:pt x="12383" y="51435"/>
                    </a:cubicBezTo>
                    <a:cubicBezTo>
                      <a:pt x="12383" y="76200"/>
                      <a:pt x="20003" y="90488"/>
                      <a:pt x="32385" y="90488"/>
                    </a:cubicBezTo>
                    <a:cubicBezTo>
                      <a:pt x="45720" y="90488"/>
                      <a:pt x="52388" y="75248"/>
                      <a:pt x="52388" y="50483"/>
                    </a:cubicBezTo>
                    <a:cubicBezTo>
                      <a:pt x="52388" y="26670"/>
                      <a:pt x="46673" y="11430"/>
                      <a:pt x="32385" y="11430"/>
                    </a:cubicBezTo>
                    <a:close/>
                  </a:path>
                </a:pathLst>
              </a:custGeom>
              <a:solidFill>
                <a:schemeClr val="accent1">
                  <a:alpha val="54000"/>
                </a:schemeClr>
              </a:solidFill>
              <a:ln>
                <a:solidFill>
                  <a:srgbClr val="102059">
                    <a:alpha val="54000"/>
                  </a:srgbClr>
                </a:solidFill>
              </a:ln>
            </p:spPr>
            <p:style>
              <a:lnRef idx="2">
                <a:schemeClr val="accent1">
                  <a:shade val="50000"/>
                </a:schemeClr>
              </a:lnRef>
              <a:fillRef idx="1">
                <a:schemeClr val="accent1"/>
              </a:fillRef>
              <a:effectRef idx="0">
                <a:schemeClr val="accent1"/>
              </a:effectRef>
              <a:fontRef idx="minor"/>
            </p:style>
            <p:txBody>
              <a:bodyPr lIns="90000" tIns="32760" rIns="90000" bIns="32760" anchor="ctr">
                <a:noAutofit/>
              </a:bodyPr>
              <a:lstStyle/>
              <a:p>
                <a:pPr algn="ctr" defTabSz="914400">
                  <a:lnSpc>
                    <a:spcPct val="100000"/>
                  </a:lnSpc>
                  <a:tabLst>
                    <a:tab pos="0" algn="l"/>
                  </a:tabLst>
                </a:pPr>
                <a:endParaRPr lang="en-IN" sz="1800" b="0" strike="noStrike" spc="-1">
                  <a:solidFill>
                    <a:srgbClr val="FFFFFF"/>
                  </a:solidFill>
                  <a:latin typeface="Calibri"/>
                </a:endParaRPr>
              </a:p>
            </p:txBody>
          </p:sp>
        </p:grpSp>
      </p:grpSp>
      <p:pic>
        <p:nvPicPr>
          <p:cNvPr id="649" name="Picture 459" descr="A circuit board in the shape of a brain&#10;&#10;Description automatically generated"/>
          <p:cNvPicPr/>
          <p:nvPr/>
        </p:nvPicPr>
        <p:blipFill>
          <a:blip r:embed="rId2"/>
          <a:stretch/>
        </p:blipFill>
        <p:spPr>
          <a:xfrm>
            <a:off x="-242640" y="1627560"/>
            <a:ext cx="2960640" cy="2406960"/>
          </a:xfrm>
          <a:prstGeom prst="rect">
            <a:avLst/>
          </a:prstGeom>
          <a:ln w="0">
            <a:noFill/>
          </a:ln>
        </p:spPr>
      </p:pic>
      <p:sp>
        <p:nvSpPr>
          <p:cNvPr id="4" name="PlaceHolder 3"/>
          <p:cNvSpPr>
            <a:spLocks noGrp="1"/>
          </p:cNvSpPr>
          <p:nvPr>
            <p:ph type="sldNum" idx="35"/>
          </p:nvPr>
        </p:nvSpPr>
        <p:spPr/>
        <p:txBody>
          <a:bodyPr/>
          <a:lstStyle/>
          <a:p>
            <a:fld id="{C08ABF3C-7EA0-408A-8770-46DB179EED54}"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Introduction</a:t>
            </a:r>
            <a:endParaRPr lang="en-US" sz="3200" b="0" strike="noStrike" spc="-1">
              <a:solidFill>
                <a:srgbClr val="000000"/>
              </a:solidFill>
              <a:latin typeface="Arial"/>
            </a:endParaRPr>
          </a:p>
        </p:txBody>
      </p:sp>
      <p:sp>
        <p:nvSpPr>
          <p:cNvPr id="651" name="PlaceHolder 2"/>
          <p:cNvSpPr>
            <a:spLocks noGrp="1"/>
          </p:cNvSpPr>
          <p:nvPr>
            <p:ph/>
          </p:nvPr>
        </p:nvSpPr>
        <p:spPr>
          <a:xfrm>
            <a:off x="565227" y="1171693"/>
            <a:ext cx="7260611" cy="461666"/>
          </a:xfrm>
          <a:prstGeom prst="rect">
            <a:avLst/>
          </a:prstGeom>
          <a:noFill/>
          <a:ln w="0">
            <a:noFill/>
          </a:ln>
        </p:spPr>
        <p:txBody>
          <a:bodyPr lIns="91440" tIns="45720" rIns="91440" bIns="45720" anchor="t">
            <a:noAutofit/>
          </a:bodyPr>
          <a:lstStyle/>
          <a:p>
            <a:pPr>
              <a:spcBef>
                <a:spcPts val="1001"/>
              </a:spcBef>
              <a:buClr>
                <a:srgbClr val="102059"/>
              </a:buClr>
            </a:pPr>
            <a:r>
              <a:rPr lang="en-US" sz="3200" dirty="0">
                <a:latin typeface="+mn-lt"/>
                <a:ea typeface="+mn-ea"/>
                <a:cs typeface="+mn-cs"/>
              </a:rPr>
              <a:t>Malta has high importation of skilled work</a:t>
            </a:r>
          </a:p>
        </p:txBody>
      </p:sp>
      <p:pic>
        <p:nvPicPr>
          <p:cNvPr id="652" name="Picture 651"/>
          <p:cNvPicPr/>
          <p:nvPr/>
        </p:nvPicPr>
        <p:blipFill>
          <a:blip r:embed="rId2"/>
          <a:srcRect l="13465" t="13509" r="10101" b="11969"/>
          <a:stretch>
            <a:fillRect/>
          </a:stretch>
        </p:blipFill>
        <p:spPr>
          <a:xfrm>
            <a:off x="565228" y="4160280"/>
            <a:ext cx="1700667" cy="1700668"/>
          </a:xfrm>
          <a:prstGeom prst="rect">
            <a:avLst/>
          </a:prstGeom>
          <a:ln w="0">
            <a:noFill/>
          </a:ln>
        </p:spPr>
      </p:pic>
      <p:pic>
        <p:nvPicPr>
          <p:cNvPr id="653" name="Picture 652"/>
          <p:cNvPicPr/>
          <p:nvPr/>
        </p:nvPicPr>
        <p:blipFill>
          <a:blip r:embed="rId3"/>
          <a:srcRect l="12106" t="21364" r="7426" b="14304"/>
          <a:stretch>
            <a:fillRect/>
          </a:stretch>
        </p:blipFill>
        <p:spPr>
          <a:xfrm>
            <a:off x="2766776" y="4096214"/>
            <a:ext cx="2207373" cy="1764734"/>
          </a:xfrm>
          <a:prstGeom prst="rect">
            <a:avLst/>
          </a:prstGeom>
          <a:ln w="0">
            <a:noFill/>
          </a:ln>
        </p:spPr>
      </p:pic>
      <p:sp>
        <p:nvSpPr>
          <p:cNvPr id="4" name="PlaceHolder 3"/>
          <p:cNvSpPr>
            <a:spLocks noGrp="1"/>
          </p:cNvSpPr>
          <p:nvPr>
            <p:ph type="sldNum" idx="35"/>
          </p:nvPr>
        </p:nvSpPr>
        <p:spPr/>
        <p:txBody>
          <a:bodyPr/>
          <a:lstStyle/>
          <a:p>
            <a:fld id="{5E4AD606-3281-4623-9895-D584C37C7E7F}" type="slidenum">
              <a:rPr/>
              <a:t>4</a:t>
            </a:fld>
            <a:endParaRPr/>
          </a:p>
        </p:txBody>
      </p:sp>
      <p:sp>
        <p:nvSpPr>
          <p:cNvPr id="2" name="TextBox 1">
            <a:extLst>
              <a:ext uri="{FF2B5EF4-FFF2-40B4-BE49-F238E27FC236}">
                <a16:creationId xmlns:a16="http://schemas.microsoft.com/office/drawing/2014/main" id="{BB1B7EDC-E940-52F0-D54A-699329B20E38}"/>
              </a:ext>
            </a:extLst>
          </p:cNvPr>
          <p:cNvSpPr txBox="1"/>
          <p:nvPr/>
        </p:nvSpPr>
        <p:spPr>
          <a:xfrm>
            <a:off x="565227" y="3429000"/>
            <a:ext cx="7809382" cy="584775"/>
          </a:xfrm>
          <a:prstGeom prst="rect">
            <a:avLst/>
          </a:prstGeom>
          <a:noFill/>
        </p:spPr>
        <p:txBody>
          <a:bodyPr wrap="none" rtlCol="0">
            <a:spAutoFit/>
          </a:bodyPr>
          <a:lstStyle/>
          <a:p>
            <a:r>
              <a:rPr lang="en-GB" sz="3200" dirty="0"/>
              <a:t>Traditional Onboarding and Transfer Learning </a:t>
            </a:r>
            <a:endParaRPr lang="LID4096" sz="3200" dirty="0"/>
          </a:p>
        </p:txBody>
      </p:sp>
      <p:sp>
        <p:nvSpPr>
          <p:cNvPr id="3" name="TextBox 2">
            <a:extLst>
              <a:ext uri="{FF2B5EF4-FFF2-40B4-BE49-F238E27FC236}">
                <a16:creationId xmlns:a16="http://schemas.microsoft.com/office/drawing/2014/main" id="{A3675DC6-082F-1CF1-893F-CD53919C5F60}"/>
              </a:ext>
            </a:extLst>
          </p:cNvPr>
          <p:cNvSpPr txBox="1"/>
          <p:nvPr/>
        </p:nvSpPr>
        <p:spPr>
          <a:xfrm>
            <a:off x="4970600" y="4189471"/>
            <a:ext cx="7221400" cy="1569660"/>
          </a:xfrm>
          <a:prstGeom prst="rect">
            <a:avLst/>
          </a:prstGeom>
          <a:noFill/>
        </p:spPr>
        <p:txBody>
          <a:bodyPr wrap="none" rtlCol="0">
            <a:spAutoFit/>
          </a:bodyPr>
          <a:lstStyle/>
          <a:p>
            <a:pPr marL="285750" indent="-285750">
              <a:buFont typeface="Arial" panose="020B0604020202020204" pitchFamily="34" charset="0"/>
              <a:buChar char="•"/>
            </a:pPr>
            <a:r>
              <a:rPr lang="en-GB" sz="2400" dirty="0"/>
              <a:t>Shadowing an expert, consuming skilled labour time</a:t>
            </a:r>
          </a:p>
          <a:p>
            <a:pPr marL="285750" indent="-285750">
              <a:buFont typeface="Arial" panose="020B0604020202020204" pitchFamily="34" charset="0"/>
              <a:buChar char="•"/>
            </a:pPr>
            <a:r>
              <a:rPr lang="en-GB" sz="2400" dirty="0"/>
              <a:t>Witten documentation, slow and needs to be updated</a:t>
            </a:r>
          </a:p>
          <a:p>
            <a:pPr marL="285750" indent="-285750">
              <a:buFont typeface="Arial" panose="020B0604020202020204" pitchFamily="34" charset="0"/>
              <a:buChar char="•"/>
            </a:pPr>
            <a:r>
              <a:rPr lang="" sz="2400" dirty="0"/>
              <a:t>Formal/classroom training </a:t>
            </a:r>
          </a:p>
          <a:p>
            <a:r>
              <a:rPr lang="en-GB" sz="2400" dirty="0"/>
              <a:t>    (TVET courses, apprenticeship programs)</a:t>
            </a:r>
            <a:endParaRPr lang="LID4096" sz="2400" dirty="0"/>
          </a:p>
        </p:txBody>
      </p:sp>
      <p:sp>
        <p:nvSpPr>
          <p:cNvPr id="5" name="PlaceHolder 2">
            <a:extLst>
              <a:ext uri="{FF2B5EF4-FFF2-40B4-BE49-F238E27FC236}">
                <a16:creationId xmlns:a16="http://schemas.microsoft.com/office/drawing/2014/main" id="{D518EADE-221C-3E20-8967-C4CA34BC388B}"/>
              </a:ext>
            </a:extLst>
          </p:cNvPr>
          <p:cNvSpPr>
            <a:spLocks noGrp="1"/>
          </p:cNvSpPr>
          <p:nvPr>
            <p:ph/>
          </p:nvPr>
        </p:nvSpPr>
        <p:spPr>
          <a:xfrm>
            <a:off x="565227" y="2300347"/>
            <a:ext cx="7414990" cy="461666"/>
          </a:xfrm>
          <a:prstGeom prst="rect">
            <a:avLst/>
          </a:prstGeom>
          <a:noFill/>
          <a:ln w="0">
            <a:noFill/>
          </a:ln>
        </p:spPr>
        <p:txBody>
          <a:bodyPr lIns="91440" tIns="45720" rIns="91440" bIns="45720" anchor="t">
            <a:noAutofit/>
          </a:bodyPr>
          <a:lstStyle/>
          <a:p>
            <a:pPr>
              <a:spcBef>
                <a:spcPts val="1001"/>
              </a:spcBef>
              <a:buClr>
                <a:srgbClr val="102059"/>
              </a:buClr>
            </a:pPr>
            <a:r>
              <a:rPr lang="" sz="3200" dirty="0">
                <a:latin typeface="+mn-lt"/>
                <a:ea typeface="+mn-ea"/>
                <a:cs typeface="+mn-cs"/>
              </a:rPr>
              <a:t>National/EU-level push toward Industry 4.0</a:t>
            </a:r>
            <a:endParaRPr lang="en-US" sz="3200" dirty="0">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Introduction</a:t>
            </a:r>
            <a:endParaRPr lang="en-US" sz="3200" b="0" strike="noStrike" spc="-1">
              <a:solidFill>
                <a:srgbClr val="000000"/>
              </a:solidFill>
              <a:latin typeface="Arial"/>
            </a:endParaRPr>
          </a:p>
        </p:txBody>
      </p:sp>
      <p:sp>
        <p:nvSpPr>
          <p:cNvPr id="655" name="Rectangle 654"/>
          <p:cNvSpPr/>
          <p:nvPr/>
        </p:nvSpPr>
        <p:spPr>
          <a:xfrm>
            <a:off x="5400536" y="1579770"/>
            <a:ext cx="2643177" cy="505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a:lnSpc>
                <a:spcPct val="100000"/>
              </a:lnSpc>
            </a:pPr>
            <a:r>
              <a:rPr lang="en-US" sz="3600" b="0" strike="noStrike" spc="-1" dirty="0">
                <a:solidFill>
                  <a:schemeClr val="accent1">
                    <a:lumMod val="60000"/>
                    <a:lumOff val="40000"/>
                  </a:schemeClr>
                </a:solidFill>
                <a:latin typeface="Open Sans"/>
              </a:rPr>
              <a:t>Digital Twin</a:t>
            </a:r>
            <a:endParaRPr lang="en-US" sz="3600" b="0" strike="noStrike" spc="-1" dirty="0">
              <a:solidFill>
                <a:schemeClr val="accent1">
                  <a:lumMod val="60000"/>
                  <a:lumOff val="40000"/>
                </a:schemeClr>
              </a:solidFill>
              <a:latin typeface="Arial"/>
            </a:endParaRPr>
          </a:p>
        </p:txBody>
      </p:sp>
      <p:sp>
        <p:nvSpPr>
          <p:cNvPr id="656" name="Straight Connector 655"/>
          <p:cNvSpPr/>
          <p:nvPr/>
        </p:nvSpPr>
        <p:spPr>
          <a:xfrm>
            <a:off x="6580539" y="3671730"/>
            <a:ext cx="360" cy="2743200"/>
          </a:xfrm>
          <a:prstGeom prst="line">
            <a:avLst/>
          </a:prstGeom>
          <a:ln w="38160" cap="rnd">
            <a:solidFill>
              <a:srgbClr val="D50581">
                <a:alpha val="90000"/>
              </a:srgbClr>
            </a:solidFill>
            <a:roun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strike="noStrike" spc="-1">
              <a:solidFill>
                <a:srgbClr val="000000"/>
              </a:solidFill>
              <a:latin typeface="Arial"/>
            </a:endParaRPr>
          </a:p>
        </p:txBody>
      </p:sp>
      <p:sp>
        <p:nvSpPr>
          <p:cNvPr id="657" name="Rectangle 656"/>
          <p:cNvSpPr/>
          <p:nvPr/>
        </p:nvSpPr>
        <p:spPr>
          <a:xfrm>
            <a:off x="2971800" y="3481470"/>
            <a:ext cx="2879280" cy="505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a:lnSpc>
                <a:spcPct val="100000"/>
              </a:lnSpc>
            </a:pPr>
            <a:r>
              <a:rPr lang="en-US" sz="3600" b="0" strike="noStrike" spc="-1" dirty="0">
                <a:solidFill>
                  <a:srgbClr val="4265DE"/>
                </a:solidFill>
                <a:latin typeface="Open Sans"/>
              </a:rPr>
              <a:t>VR Guidance</a:t>
            </a:r>
            <a:endParaRPr lang="en-US" sz="3600" b="0" strike="noStrike" spc="-1" dirty="0">
              <a:solidFill>
                <a:srgbClr val="4265DE"/>
              </a:solidFill>
              <a:latin typeface="Arial"/>
            </a:endParaRPr>
          </a:p>
        </p:txBody>
      </p:sp>
      <p:sp>
        <p:nvSpPr>
          <p:cNvPr id="658" name="Rectangle 657"/>
          <p:cNvSpPr/>
          <p:nvPr/>
        </p:nvSpPr>
        <p:spPr>
          <a:xfrm>
            <a:off x="7315200" y="3481470"/>
            <a:ext cx="4332128" cy="5058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noAutofit/>
          </a:bodyPr>
          <a:lstStyle/>
          <a:p>
            <a:pPr>
              <a:lnSpc>
                <a:spcPct val="100000"/>
              </a:lnSpc>
            </a:pPr>
            <a:r>
              <a:rPr lang="en-US" sz="3600" b="0" strike="noStrike" spc="-1" dirty="0">
                <a:solidFill>
                  <a:srgbClr val="4265DE"/>
                </a:solidFill>
                <a:latin typeface="Open Sans"/>
              </a:rPr>
              <a:t>Robotic Automation</a:t>
            </a:r>
            <a:endParaRPr lang="en-US" sz="3600" b="0" strike="noStrike" spc="-1" dirty="0">
              <a:solidFill>
                <a:srgbClr val="4265DE"/>
              </a:solidFill>
              <a:latin typeface="Arial"/>
            </a:endParaRPr>
          </a:p>
        </p:txBody>
      </p:sp>
      <p:sp>
        <p:nvSpPr>
          <p:cNvPr id="659" name="TextBox 658"/>
          <p:cNvSpPr txBox="1"/>
          <p:nvPr/>
        </p:nvSpPr>
        <p:spPr>
          <a:xfrm>
            <a:off x="223096" y="1068300"/>
            <a:ext cx="7820617" cy="346320"/>
          </a:xfrm>
          <a:prstGeom prst="rect">
            <a:avLst/>
          </a:prstGeom>
          <a:noFill/>
          <a:ln w="0">
            <a:noFill/>
          </a:ln>
        </p:spPr>
        <p:txBody>
          <a:bodyPr lIns="90000" tIns="45000" rIns="90000" bIns="45000" anchor="t">
            <a:noAutofit/>
          </a:bodyPr>
          <a:lstStyle/>
          <a:p>
            <a:r>
              <a:rPr lang="en-US" sz="2400" b="0" strike="noStrike" spc="-1" dirty="0">
                <a:solidFill>
                  <a:srgbClr val="000000"/>
                </a:solidFill>
                <a:latin typeface="Arial"/>
              </a:rPr>
              <a:t>M.AI.ESTRO aims to capture the task and convey it as a </a:t>
            </a:r>
          </a:p>
        </p:txBody>
      </p:sp>
      <p:sp>
        <p:nvSpPr>
          <p:cNvPr id="660" name="TextBox 659"/>
          <p:cNvSpPr txBox="1"/>
          <p:nvPr/>
        </p:nvSpPr>
        <p:spPr>
          <a:xfrm>
            <a:off x="223096" y="2321550"/>
            <a:ext cx="7252714" cy="1114200"/>
          </a:xfrm>
          <a:prstGeom prst="rect">
            <a:avLst/>
          </a:prstGeom>
          <a:noFill/>
          <a:ln w="0">
            <a:noFill/>
          </a:ln>
        </p:spPr>
        <p:txBody>
          <a:bodyPr lIns="90000" tIns="45000" rIns="90000" bIns="45000" anchor="t">
            <a:noAutofit/>
          </a:bodyPr>
          <a:lstStyle/>
          <a:p>
            <a:r>
              <a:rPr lang="en-US" sz="2400" b="0" strike="noStrike" spc="-1" dirty="0">
                <a:solidFill>
                  <a:srgbClr val="000000"/>
                </a:solidFill>
                <a:latin typeface="Arial"/>
              </a:rPr>
              <a:t>That can be processed offline and inferences with live, using dedicated AI modules, to enable transfer learning under two pilots:</a:t>
            </a:r>
          </a:p>
        </p:txBody>
      </p:sp>
      <p:pic>
        <p:nvPicPr>
          <p:cNvPr id="661" name="Picture 660"/>
          <p:cNvPicPr/>
          <p:nvPr/>
        </p:nvPicPr>
        <p:blipFill>
          <a:blip r:embed="rId2"/>
          <a:srcRect l="6287" t="23828" r="7044" b="26167"/>
          <a:stretch/>
        </p:blipFill>
        <p:spPr>
          <a:xfrm>
            <a:off x="3019560" y="4163400"/>
            <a:ext cx="2880000" cy="2160000"/>
          </a:xfrm>
          <a:prstGeom prst="rect">
            <a:avLst/>
          </a:prstGeom>
          <a:ln w="0">
            <a:noFill/>
          </a:ln>
        </p:spPr>
      </p:pic>
      <p:pic>
        <p:nvPicPr>
          <p:cNvPr id="662" name="Picture 661"/>
          <p:cNvPicPr/>
          <p:nvPr/>
        </p:nvPicPr>
        <p:blipFill>
          <a:blip r:embed="rId3"/>
          <a:srcRect l="20343" t="18540" r="14541" b="15549"/>
          <a:stretch>
            <a:fillRect/>
          </a:stretch>
        </p:blipFill>
        <p:spPr>
          <a:xfrm>
            <a:off x="8401264" y="4163400"/>
            <a:ext cx="2160000" cy="2160000"/>
          </a:xfrm>
          <a:prstGeom prst="rect">
            <a:avLst/>
          </a:prstGeom>
          <a:ln w="0">
            <a:noFill/>
          </a:ln>
        </p:spPr>
      </p:pic>
      <p:pic>
        <p:nvPicPr>
          <p:cNvPr id="663" name="Picture 662"/>
          <p:cNvPicPr/>
          <p:nvPr/>
        </p:nvPicPr>
        <p:blipFill>
          <a:blip r:embed="rId4"/>
          <a:srcRect l="17461" t="20959" r="14928" b="18258"/>
          <a:stretch>
            <a:fillRect/>
          </a:stretch>
        </p:blipFill>
        <p:spPr>
          <a:xfrm>
            <a:off x="8401264" y="1145340"/>
            <a:ext cx="2160000" cy="2160000"/>
          </a:xfrm>
          <a:prstGeom prst="rect">
            <a:avLst/>
          </a:prstGeom>
          <a:ln w="0">
            <a:noFill/>
          </a:ln>
        </p:spPr>
      </p:pic>
      <p:sp>
        <p:nvSpPr>
          <p:cNvPr id="3" name="PlaceHolder 2"/>
          <p:cNvSpPr>
            <a:spLocks noGrp="1"/>
          </p:cNvSpPr>
          <p:nvPr>
            <p:ph type="sldNum" idx="35"/>
          </p:nvPr>
        </p:nvSpPr>
        <p:spPr/>
        <p:txBody>
          <a:bodyPr/>
          <a:lstStyle/>
          <a:p>
            <a:fld id="{2DBE2578-9674-4205-A0AE-5D2071E915BE}"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Introduction</a:t>
            </a:r>
            <a:endParaRPr lang="en-US" sz="3200" b="0" strike="noStrike" spc="-1">
              <a:solidFill>
                <a:srgbClr val="000000"/>
              </a:solidFill>
              <a:latin typeface="Arial"/>
            </a:endParaRPr>
          </a:p>
        </p:txBody>
      </p:sp>
      <p:pic>
        <p:nvPicPr>
          <p:cNvPr id="665" name="Picture 664"/>
          <p:cNvPicPr/>
          <p:nvPr/>
        </p:nvPicPr>
        <p:blipFill>
          <a:blip r:embed="rId2"/>
          <a:srcRect l="11712" t="10306" r="9" b="11221"/>
          <a:stretch/>
        </p:blipFill>
        <p:spPr>
          <a:xfrm>
            <a:off x="274320" y="3116648"/>
            <a:ext cx="2011680" cy="1132027"/>
          </a:xfrm>
          <a:prstGeom prst="rect">
            <a:avLst/>
          </a:prstGeom>
          <a:ln w="0">
            <a:noFill/>
          </a:ln>
        </p:spPr>
      </p:pic>
      <p:pic>
        <p:nvPicPr>
          <p:cNvPr id="666" name="Picture 665"/>
          <p:cNvPicPr/>
          <p:nvPr/>
        </p:nvPicPr>
        <p:blipFill>
          <a:blip r:embed="rId3"/>
          <a:srcRect t="5407" b="3475"/>
          <a:stretch>
            <a:fillRect/>
          </a:stretch>
        </p:blipFill>
        <p:spPr>
          <a:xfrm>
            <a:off x="274320" y="975960"/>
            <a:ext cx="2011680" cy="1808009"/>
          </a:xfrm>
          <a:prstGeom prst="rect">
            <a:avLst/>
          </a:prstGeom>
          <a:ln w="0">
            <a:noFill/>
          </a:ln>
        </p:spPr>
      </p:pic>
      <p:pic>
        <p:nvPicPr>
          <p:cNvPr id="667" name="Picture 666"/>
          <p:cNvPicPr/>
          <p:nvPr/>
        </p:nvPicPr>
        <p:blipFill>
          <a:blip r:embed="rId4"/>
          <a:stretch/>
        </p:blipFill>
        <p:spPr>
          <a:xfrm>
            <a:off x="274320" y="4581353"/>
            <a:ext cx="2011680" cy="1968703"/>
          </a:xfrm>
          <a:prstGeom prst="rect">
            <a:avLst/>
          </a:prstGeom>
          <a:ln w="0">
            <a:noFill/>
          </a:ln>
        </p:spPr>
      </p:pic>
      <p:sp>
        <p:nvSpPr>
          <p:cNvPr id="668" name="TextBox 667"/>
          <p:cNvSpPr txBox="1"/>
          <p:nvPr/>
        </p:nvSpPr>
        <p:spPr>
          <a:xfrm>
            <a:off x="2971800" y="1246320"/>
            <a:ext cx="4572000" cy="2110680"/>
          </a:xfrm>
          <a:prstGeom prst="rect">
            <a:avLst/>
          </a:prstGeom>
          <a:noFill/>
          <a:ln w="0">
            <a:noFill/>
          </a:ln>
        </p:spPr>
        <p:txBody>
          <a:bodyPr lIns="90000" tIns="45000" rIns="90000" bIns="45000" anchor="t">
            <a:noAutofit/>
          </a:bodyPr>
          <a:lstStyle/>
          <a:p>
            <a:pPr>
              <a:lnSpc>
                <a:spcPct val="100000"/>
              </a:lnSpc>
              <a:spcBef>
                <a:spcPts val="907"/>
              </a:spcBef>
              <a:spcAft>
                <a:spcPts val="709"/>
              </a:spcAft>
            </a:pPr>
            <a:r>
              <a:rPr lang="en-US" sz="3200" b="0" strike="noStrike" spc="-1" dirty="0">
                <a:solidFill>
                  <a:srgbClr val="000000"/>
                </a:solidFill>
                <a:latin typeface="Arial"/>
              </a:rPr>
              <a:t>VR Headsets/Glasses</a:t>
            </a:r>
            <a:endParaRPr lang="en-US" sz="3200" b="0" strike="noStrike" spc="-1" dirty="0">
              <a:solidFill>
                <a:srgbClr val="000000"/>
              </a:solidFill>
              <a:latin typeface="Arial"/>
              <a:ea typeface="Noto Sans CJK SC"/>
            </a:endParaRPr>
          </a:p>
          <a:p>
            <a:pPr>
              <a:lnSpc>
                <a:spcPct val="100000"/>
              </a:lnSpc>
              <a:spcBef>
                <a:spcPts val="907"/>
              </a:spcBef>
              <a:spcAft>
                <a:spcPts val="709"/>
              </a:spcAft>
            </a:pPr>
            <a:r>
              <a:rPr lang="en-US" sz="2400" b="0" strike="noStrike" spc="-1" dirty="0">
                <a:solidFill>
                  <a:srgbClr val="000000"/>
                </a:solidFill>
                <a:latin typeface="Arial"/>
              </a:rPr>
              <a:t>Hold processing chip sets (Snapdragon XR2 Gen 2), however  limited to </a:t>
            </a:r>
            <a:r>
              <a:rPr lang="en-US" sz="2400" spc="-1" dirty="0">
                <a:solidFill>
                  <a:srgbClr val="4265DE"/>
                </a:solidFill>
                <a:latin typeface="Open Sans"/>
              </a:rPr>
              <a:t>rendering </a:t>
            </a:r>
            <a:r>
              <a:rPr lang="en-US" sz="2400" spc="-1" dirty="0">
                <a:solidFill>
                  <a:srgbClr val="6373AA"/>
                </a:solidFill>
                <a:latin typeface="Open Sans"/>
              </a:rPr>
              <a:t>application</a:t>
            </a:r>
            <a:r>
              <a:rPr lang="en-US" sz="2400" spc="-1" dirty="0">
                <a:solidFill>
                  <a:srgbClr val="4265DE"/>
                </a:solidFill>
                <a:latin typeface="Open Sans"/>
              </a:rPr>
              <a:t> graphics</a:t>
            </a:r>
          </a:p>
        </p:txBody>
      </p:sp>
      <p:sp>
        <p:nvSpPr>
          <p:cNvPr id="669" name="TextBox 668"/>
          <p:cNvSpPr txBox="1"/>
          <p:nvPr/>
        </p:nvSpPr>
        <p:spPr>
          <a:xfrm>
            <a:off x="2971800" y="3886200"/>
            <a:ext cx="4572000" cy="2110680"/>
          </a:xfrm>
          <a:prstGeom prst="rect">
            <a:avLst/>
          </a:prstGeom>
          <a:noFill/>
          <a:ln w="0">
            <a:noFill/>
          </a:ln>
        </p:spPr>
        <p:txBody>
          <a:bodyPr lIns="90000" tIns="45000" rIns="90000" bIns="45000" anchor="t">
            <a:noAutofit/>
          </a:bodyPr>
          <a:lstStyle/>
          <a:p>
            <a:pPr>
              <a:lnSpc>
                <a:spcPct val="100000"/>
              </a:lnSpc>
              <a:spcBef>
                <a:spcPts val="907"/>
              </a:spcBef>
              <a:spcAft>
                <a:spcPts val="709"/>
              </a:spcAft>
            </a:pPr>
            <a:r>
              <a:rPr lang="en-US" sz="3200" b="0" strike="noStrike" spc="-1" dirty="0">
                <a:solidFill>
                  <a:srgbClr val="000000"/>
                </a:solidFill>
                <a:latin typeface="Arial"/>
              </a:rPr>
              <a:t>Robotic Arms</a:t>
            </a:r>
            <a:endParaRPr lang="en-US" sz="3200" b="0" strike="noStrike" spc="-1" dirty="0">
              <a:solidFill>
                <a:srgbClr val="000000"/>
              </a:solidFill>
              <a:latin typeface="Arial"/>
              <a:ea typeface="Noto Sans CJK SC"/>
            </a:endParaRPr>
          </a:p>
          <a:p>
            <a:pPr>
              <a:lnSpc>
                <a:spcPct val="100000"/>
              </a:lnSpc>
              <a:spcBef>
                <a:spcPts val="907"/>
              </a:spcBef>
              <a:spcAft>
                <a:spcPts val="709"/>
              </a:spcAft>
            </a:pPr>
            <a:r>
              <a:rPr lang="en-US" sz="2400" b="0" strike="noStrike" spc="-1" dirty="0">
                <a:solidFill>
                  <a:srgbClr val="000000"/>
                </a:solidFill>
                <a:latin typeface="Arial"/>
              </a:rPr>
              <a:t>Have on board controllers (Linux </a:t>
            </a:r>
            <a:r>
              <a:rPr lang="en-US" sz="2400" b="0" strike="noStrike" spc="-1" dirty="0" err="1">
                <a:solidFill>
                  <a:srgbClr val="000000"/>
                </a:solidFill>
                <a:latin typeface="Arial"/>
              </a:rPr>
              <a:t>Os</a:t>
            </a:r>
            <a:r>
              <a:rPr lang="en-US" sz="2400" b="0" strike="noStrike" spc="-1" dirty="0">
                <a:solidFill>
                  <a:srgbClr val="000000"/>
                </a:solidFill>
                <a:latin typeface="Arial"/>
              </a:rPr>
              <a:t>) that run </a:t>
            </a:r>
            <a:r>
              <a:rPr lang="en-US" sz="2400" spc="-1" dirty="0">
                <a:solidFill>
                  <a:srgbClr val="4265DE"/>
                </a:solidFill>
                <a:latin typeface="Open Sans"/>
              </a:rPr>
              <a:t>real-time servo loops</a:t>
            </a:r>
            <a:r>
              <a:rPr lang="en-US" sz="2400" b="0" strike="noStrike" spc="-1" dirty="0">
                <a:solidFill>
                  <a:srgbClr val="000000"/>
                </a:solidFill>
                <a:latin typeface="Arial"/>
              </a:rPr>
              <a:t> and handle </a:t>
            </a:r>
            <a:r>
              <a:rPr lang="en-US" sz="2400" spc="-1" dirty="0">
                <a:solidFill>
                  <a:srgbClr val="4265DE"/>
                </a:solidFill>
                <a:latin typeface="Open Sans"/>
              </a:rPr>
              <a:t>signal processing</a:t>
            </a:r>
            <a:r>
              <a:rPr lang="en-US" sz="2400" b="0" strike="noStrike" spc="-1" dirty="0">
                <a:solidFill>
                  <a:srgbClr val="000000"/>
                </a:solidFill>
                <a:latin typeface="Arial"/>
              </a:rPr>
              <a:t> for movement</a:t>
            </a:r>
            <a:endParaRPr lang="en-US" sz="2400" b="0" strike="noStrike" spc="-1" dirty="0">
              <a:solidFill>
                <a:srgbClr val="000000"/>
              </a:solidFill>
              <a:latin typeface="Arial"/>
              <a:ea typeface="Noto Sans CJK SC"/>
            </a:endParaRPr>
          </a:p>
        </p:txBody>
      </p:sp>
      <p:sp>
        <p:nvSpPr>
          <p:cNvPr id="670" name="TextBox 669"/>
          <p:cNvSpPr txBox="1"/>
          <p:nvPr/>
        </p:nvSpPr>
        <p:spPr>
          <a:xfrm>
            <a:off x="8651855" y="2707081"/>
            <a:ext cx="2698798" cy="1828800"/>
          </a:xfrm>
          <a:prstGeom prst="rect">
            <a:avLst/>
          </a:prstGeom>
          <a:noFill/>
          <a:ln w="0">
            <a:noFill/>
          </a:ln>
        </p:spPr>
        <p:txBody>
          <a:bodyPr lIns="90000" tIns="45000" rIns="90000" bIns="45000" anchor="t">
            <a:noAutofit/>
          </a:bodyPr>
          <a:lstStyle/>
          <a:p>
            <a:r>
              <a:rPr lang="en-US" sz="2400" b="0" strike="noStrike" spc="-1" dirty="0">
                <a:solidFill>
                  <a:srgbClr val="000000"/>
                </a:solidFill>
                <a:latin typeface="Arial"/>
              </a:rPr>
              <a:t>Neither hold </a:t>
            </a:r>
            <a:r>
              <a:rPr lang="en-US" sz="2400" spc="-1" dirty="0">
                <a:solidFill>
                  <a:srgbClr val="4265DE"/>
                </a:solidFill>
                <a:latin typeface="Open Sans"/>
              </a:rPr>
              <a:t>processing power </a:t>
            </a:r>
            <a:r>
              <a:rPr lang="en-US" sz="2400" b="0" strike="noStrike" spc="-1" dirty="0">
                <a:solidFill>
                  <a:srgbClr val="000000"/>
                </a:solidFill>
                <a:latin typeface="Arial"/>
              </a:rPr>
              <a:t>to run heavy AI and Computer Vision pipelines.</a:t>
            </a:r>
          </a:p>
        </p:txBody>
      </p:sp>
      <p:sp>
        <p:nvSpPr>
          <p:cNvPr id="672" name="Straight Connector 671"/>
          <p:cNvSpPr/>
          <p:nvPr/>
        </p:nvSpPr>
        <p:spPr>
          <a:xfrm>
            <a:off x="8138160" y="1246327"/>
            <a:ext cx="360" cy="4750308"/>
          </a:xfrm>
          <a:prstGeom prst="line">
            <a:avLst/>
          </a:prstGeom>
          <a:ln w="38160" cap="rnd">
            <a:solidFill>
              <a:srgbClr val="D50581">
                <a:alpha val="90000"/>
              </a:srgbClr>
            </a:solidFill>
            <a:roun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strike="noStrike" spc="-1">
              <a:solidFill>
                <a:srgbClr val="000000"/>
              </a:solidFill>
              <a:latin typeface="Arial"/>
            </a:endParaRPr>
          </a:p>
        </p:txBody>
      </p:sp>
      <p:sp>
        <p:nvSpPr>
          <p:cNvPr id="3" name="PlaceHolder 2"/>
          <p:cNvSpPr>
            <a:spLocks noGrp="1"/>
          </p:cNvSpPr>
          <p:nvPr>
            <p:ph type="sldNum" idx="35"/>
          </p:nvPr>
        </p:nvSpPr>
        <p:spPr/>
        <p:txBody>
          <a:bodyPr/>
          <a:lstStyle/>
          <a:p>
            <a:fld id="{4F40B99D-AD45-489F-8FED-E9A4DB3D1B20}"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377933" y="927842"/>
          <a:ext cx="4157764" cy="5531200"/>
          <a:chOff x="0" y="0"/>
          <a:chExt cx="0" cy="0"/>
        </a:xfrm>
      </p:grpSpPr>
      <p:sp>
        <p:nvSpPr>
          <p:cNvPr id="672"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State-of-the-art</a:t>
            </a:r>
            <a:endParaRPr lang="en-US" sz="3200" b="0" strike="noStrike" spc="-1">
              <a:solidFill>
                <a:srgbClr val="000000"/>
              </a:solidFill>
              <a:latin typeface="Arial"/>
            </a:endParaRPr>
          </a:p>
        </p:txBody>
      </p:sp>
      <p:sp>
        <p:nvSpPr>
          <p:cNvPr id="3" name="PlaceHolder 2"/>
          <p:cNvSpPr>
            <a:spLocks noGrp="1"/>
          </p:cNvSpPr>
          <p:nvPr>
            <p:ph type="sldNum" idx="35"/>
          </p:nvPr>
        </p:nvSpPr>
        <p:spPr/>
        <p:txBody>
          <a:bodyPr/>
          <a:lstStyle/>
          <a:p>
            <a:fld id="{D944AFA0-28EE-4349-82BB-C9DB6DF71AC9}" type="slidenum">
              <a:rPr/>
              <a:t>7</a:t>
            </a:fld>
            <a:endParaRPr/>
          </a:p>
        </p:txBody>
      </p:sp>
      <p:pic>
        <p:nvPicPr>
          <p:cNvPr id="4" name="Picture 3">
            <a:extLst>
              <a:ext uri="{FF2B5EF4-FFF2-40B4-BE49-F238E27FC236}">
                <a16:creationId xmlns:a16="http://schemas.microsoft.com/office/drawing/2014/main" id="{69F82CCB-70C6-4A03-50E7-B6F1E0C0E25A}"/>
              </a:ext>
            </a:extLst>
          </p:cNvPr>
          <p:cNvPicPr>
            <a:picLocks noChangeAspect="1"/>
          </p:cNvPicPr>
          <p:nvPr/>
        </p:nvPicPr>
        <p:blipFill>
          <a:blip r:embed="rId2">
            <a:extLst>
              <a:ext uri="{28A0092B-C50C-407E-A947-70E740481C1C}">
                <a14:useLocalDpi xmlns:a14="http://schemas.microsoft.com/office/drawing/2010/main" val="0"/>
              </a:ext>
            </a:extLst>
          </a:blip>
          <a:srcRect b="3433"/>
          <a:stretch>
            <a:fillRect/>
          </a:stretch>
        </p:blipFill>
        <p:spPr>
          <a:xfrm>
            <a:off x="2637033" y="927842"/>
            <a:ext cx="7639563" cy="5531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Research Question</a:t>
            </a:r>
            <a:endParaRPr lang="en-US" sz="3200" b="0" strike="noStrike" spc="-1">
              <a:solidFill>
                <a:srgbClr val="000000"/>
              </a:solidFill>
              <a:latin typeface="Arial"/>
            </a:endParaRPr>
          </a:p>
        </p:txBody>
      </p:sp>
      <p:sp>
        <p:nvSpPr>
          <p:cNvPr id="675" name="TextBox 674"/>
          <p:cNvSpPr txBox="1"/>
          <p:nvPr/>
        </p:nvSpPr>
        <p:spPr>
          <a:xfrm>
            <a:off x="952500" y="2227340"/>
            <a:ext cx="10287000" cy="1791360"/>
          </a:xfrm>
          <a:prstGeom prst="rect">
            <a:avLst/>
          </a:prstGeom>
          <a:noFill/>
          <a:ln w="0">
            <a:noFill/>
          </a:ln>
        </p:spPr>
        <p:txBody>
          <a:bodyPr lIns="90000" tIns="45000" rIns="90000" bIns="45000" anchor="t">
            <a:noAutofit/>
          </a:bodyPr>
          <a:lstStyle/>
          <a:p>
            <a:r>
              <a:rPr lang="en-US" sz="4000" b="0" strike="noStrike" spc="-1" dirty="0">
                <a:solidFill>
                  <a:srgbClr val="000000"/>
                </a:solidFill>
                <a:latin typeface="Arial"/>
              </a:rPr>
              <a:t>How plausibly can we capture and utilize expert level skill demonstrations to enable transfer learning to a human/robot ?</a:t>
            </a:r>
          </a:p>
        </p:txBody>
      </p:sp>
      <p:sp>
        <p:nvSpPr>
          <p:cNvPr id="676" name="TextBox 675"/>
          <p:cNvSpPr txBox="1"/>
          <p:nvPr/>
        </p:nvSpPr>
        <p:spPr>
          <a:xfrm>
            <a:off x="914400" y="4398730"/>
            <a:ext cx="2036880" cy="459360"/>
          </a:xfrm>
          <a:prstGeom prst="rect">
            <a:avLst/>
          </a:prstGeom>
          <a:noFill/>
          <a:ln w="0">
            <a:noFill/>
          </a:ln>
        </p:spPr>
        <p:txBody>
          <a:bodyPr wrap="none" lIns="90000" tIns="45000" rIns="90000" bIns="45000" anchor="t">
            <a:noAutofit/>
          </a:bodyPr>
          <a:lstStyle/>
          <a:p>
            <a:r>
              <a:rPr lang="en-US" sz="2600" b="0" strike="noStrike" spc="-1" dirty="0">
                <a:solidFill>
                  <a:srgbClr val="6373AA"/>
                </a:solidFill>
                <a:latin typeface="Arial"/>
              </a:rPr>
              <a:t>Constraints :</a:t>
            </a:r>
          </a:p>
        </p:txBody>
      </p:sp>
      <p:sp>
        <p:nvSpPr>
          <p:cNvPr id="677" name="TextBox 676"/>
          <p:cNvSpPr txBox="1"/>
          <p:nvPr/>
        </p:nvSpPr>
        <p:spPr>
          <a:xfrm>
            <a:off x="914400" y="5089955"/>
            <a:ext cx="8969400" cy="715320"/>
          </a:xfrm>
          <a:prstGeom prst="rect">
            <a:avLst/>
          </a:prstGeom>
          <a:noFill/>
          <a:ln w="0">
            <a:noFill/>
          </a:ln>
        </p:spPr>
        <p:txBody>
          <a:bodyPr wrap="none" lIns="90000" tIns="45000" rIns="90000" bIns="45000" anchor="t">
            <a:noAutofit/>
          </a:bodyPr>
          <a:lstStyle/>
          <a:p>
            <a:pPr marL="216000" indent="-216000">
              <a:buClr>
                <a:srgbClr val="000000"/>
              </a:buClr>
              <a:buSzPct val="45000"/>
              <a:buFont typeface="Wingdings" charset="2"/>
              <a:buChar char=""/>
            </a:pPr>
            <a:r>
              <a:rPr lang="en-US" sz="2200" b="0" strike="noStrike" spc="-1" dirty="0">
                <a:solidFill>
                  <a:schemeClr val="dk1">
                    <a:lumOff val="0"/>
                  </a:schemeClr>
                </a:solidFill>
                <a:latin typeface="Arial"/>
              </a:rPr>
              <a:t>The level of autonomy viable given then AI tool set currently available</a:t>
            </a:r>
          </a:p>
          <a:p>
            <a:pPr marL="216000" indent="-216000">
              <a:buClr>
                <a:srgbClr val="000000"/>
              </a:buClr>
              <a:buSzPct val="45000"/>
              <a:buFont typeface="Wingdings" charset="2"/>
              <a:buChar char=""/>
            </a:pPr>
            <a:r>
              <a:rPr lang="en-US" sz="2200" b="0" strike="noStrike" spc="-1" dirty="0">
                <a:solidFill>
                  <a:schemeClr val="dk1">
                    <a:lumOff val="0"/>
                  </a:schemeClr>
                </a:solidFill>
                <a:latin typeface="Arial"/>
              </a:rPr>
              <a:t>The on-device hardware and compute needed to run the AI tool set    </a:t>
            </a:r>
          </a:p>
        </p:txBody>
      </p:sp>
      <p:sp>
        <p:nvSpPr>
          <p:cNvPr id="3" name="PlaceHolder 2"/>
          <p:cNvSpPr>
            <a:spLocks noGrp="1"/>
          </p:cNvSpPr>
          <p:nvPr>
            <p:ph type="sldNum" idx="35"/>
          </p:nvPr>
        </p:nvSpPr>
        <p:spPr/>
        <p:txBody>
          <a:bodyPr/>
          <a:lstStyle/>
          <a:p>
            <a:fld id="{606615FA-18AE-4FA0-A842-3771F280121B}" type="slidenum">
              <a:r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Methodology</a:t>
            </a:r>
            <a:endParaRPr lang="en-US" sz="3200" b="0" strike="noStrike" spc="-1">
              <a:solidFill>
                <a:srgbClr val="000000"/>
              </a:solidFill>
              <a:latin typeface="Arial"/>
            </a:endParaRPr>
          </a:p>
        </p:txBody>
      </p:sp>
      <p:sp>
        <p:nvSpPr>
          <p:cNvPr id="3" name="PlaceHolder 2"/>
          <p:cNvSpPr>
            <a:spLocks noGrp="1"/>
          </p:cNvSpPr>
          <p:nvPr>
            <p:ph type="sldNum" idx="35"/>
          </p:nvPr>
        </p:nvSpPr>
        <p:spPr/>
        <p:txBody>
          <a:bodyPr/>
          <a:lstStyle/>
          <a:p>
            <a:fld id="{C42AFD16-49DA-4037-B16D-50214BD7419B}" type="slidenum">
              <a:rPr/>
              <a:t>9</a:t>
            </a:fld>
            <a:endParaRPr/>
          </a:p>
        </p:txBody>
      </p:sp>
      <p:pic>
        <p:nvPicPr>
          <p:cNvPr id="4" name="Picture 3">
            <a:extLst>
              <a:ext uri="{FF2B5EF4-FFF2-40B4-BE49-F238E27FC236}">
                <a16:creationId xmlns:a16="http://schemas.microsoft.com/office/drawing/2014/main" id="{109114D0-EED5-95C3-82B3-0E77B6CA07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72" y="1590007"/>
            <a:ext cx="12095455" cy="47082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trike="noStrike" spc="-1" dirty="0">
                <a:solidFill>
                  <a:schemeClr val="accent5"/>
                </a:solidFill>
                <a:latin typeface="Noto Sans"/>
                <a:ea typeface="Noto Sans"/>
              </a:rPr>
              <a:t>Design and Implementation: Thin Client / Fat Cloud</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35381FAF-58D3-42F1-A63A-9B431E95B719}" type="slidenum">
              <a:rPr/>
              <a:t>10</a:t>
            </a:fld>
            <a:endParaRPr/>
          </a:p>
        </p:txBody>
      </p:sp>
      <p:pic>
        <p:nvPicPr>
          <p:cNvPr id="7" name="Picture 6">
            <a:extLst>
              <a:ext uri="{FF2B5EF4-FFF2-40B4-BE49-F238E27FC236}">
                <a16:creationId xmlns:a16="http://schemas.microsoft.com/office/drawing/2014/main" id="{F3514DF0-8085-3EC1-45FD-A1D8373F9D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646" y="1080721"/>
            <a:ext cx="8476765" cy="53207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trike="noStrike" spc="-1">
                <a:solidFill>
                  <a:schemeClr val="accent5"/>
                </a:solidFill>
                <a:latin typeface="Noto Sans"/>
                <a:ea typeface="Noto Sans"/>
              </a:rPr>
              <a:t>Design and Implementation: Edge-AI Modules</a:t>
            </a:r>
            <a:endParaRPr lang="en-US" sz="3200" b="0" strike="noStrike" spc="-1">
              <a:solidFill>
                <a:srgbClr val="000000"/>
              </a:solidFill>
              <a:latin typeface="Arial"/>
            </a:endParaRPr>
          </a:p>
        </p:txBody>
      </p:sp>
      <p:sp>
        <p:nvSpPr>
          <p:cNvPr id="3" name="PlaceHolder 2"/>
          <p:cNvSpPr>
            <a:spLocks noGrp="1"/>
          </p:cNvSpPr>
          <p:nvPr>
            <p:ph type="sldNum" idx="35"/>
          </p:nvPr>
        </p:nvSpPr>
        <p:spPr/>
        <p:txBody>
          <a:bodyPr/>
          <a:lstStyle/>
          <a:p>
            <a:fld id="{B0F31326-2EDD-402A-A130-EDA74AF0BFB6}" type="slidenum">
              <a:rPr/>
              <a:t>11</a:t>
            </a:fld>
            <a:endParaRPr/>
          </a:p>
        </p:txBody>
      </p:sp>
      <p:pic>
        <p:nvPicPr>
          <p:cNvPr id="6" name="Picture 5">
            <a:extLst>
              <a:ext uri="{FF2B5EF4-FFF2-40B4-BE49-F238E27FC236}">
                <a16:creationId xmlns:a16="http://schemas.microsoft.com/office/drawing/2014/main" id="{EEFA3FC4-C090-8903-8D73-22AA9EF4E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197" y="1083556"/>
            <a:ext cx="11163606" cy="52816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pc="-1" dirty="0">
                <a:solidFill>
                  <a:schemeClr val="accent5"/>
                </a:solidFill>
                <a:latin typeface="Noto Sans"/>
                <a:ea typeface="Noto Sans"/>
              </a:rPr>
              <a:t>Orbit </a:t>
            </a:r>
            <a:r>
              <a:rPr lang="en-GB" sz="3200" b="1" strike="noStrike" spc="-1" dirty="0">
                <a:solidFill>
                  <a:schemeClr val="accent5"/>
                </a:solidFill>
                <a:latin typeface="Noto Sans"/>
                <a:ea typeface="Noto Sans"/>
              </a:rPr>
              <a:t>Demo: Ceramic Flower Clock</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CDF07DBD-9F9A-43A9-B1AF-227E54C79CDD}" type="slidenum">
              <a:rPr/>
              <a:t>12</a:t>
            </a:fld>
            <a:endParaRPr/>
          </a:p>
        </p:txBody>
      </p:sp>
      <p:sp>
        <p:nvSpPr>
          <p:cNvPr id="725" name="TextBox 724"/>
          <p:cNvSpPr txBox="1"/>
          <p:nvPr/>
        </p:nvSpPr>
        <p:spPr>
          <a:xfrm>
            <a:off x="3595848" y="6163056"/>
            <a:ext cx="4989941" cy="307777"/>
          </a:xfrm>
          <a:prstGeom prst="rect">
            <a:avLst/>
          </a:prstGeom>
          <a:noFill/>
        </p:spPr>
        <p:txBody>
          <a:bodyPr wrap="square">
            <a:spAutoFit/>
          </a:bodyPr>
          <a:lstStyle/>
          <a:p>
            <a:pPr algn="ctr"/>
            <a:r>
              <a:rPr sz="1400" i="1" dirty="0">
                <a:solidFill>
                  <a:srgbClr val="374151"/>
                </a:solidFill>
              </a:rPr>
              <a:t>RGB</a:t>
            </a:r>
            <a:r>
              <a:rPr lang="en-GB" sz="1400" i="1" dirty="0">
                <a:solidFill>
                  <a:srgbClr val="374151"/>
                </a:solidFill>
              </a:rPr>
              <a:t>/Mask </a:t>
            </a:r>
            <a:r>
              <a:rPr sz="1400" i="1" dirty="0">
                <a:solidFill>
                  <a:srgbClr val="374151"/>
                </a:solidFill>
              </a:rPr>
              <a:t>capture (left) vs. Unity ghost</a:t>
            </a:r>
            <a:r>
              <a:rPr lang="en-GB" sz="1400" i="1" dirty="0">
                <a:solidFill>
                  <a:srgbClr val="374151"/>
                </a:solidFill>
              </a:rPr>
              <a:t>/mesh</a:t>
            </a:r>
            <a:r>
              <a:rPr sz="1400" i="1" dirty="0">
                <a:solidFill>
                  <a:srgbClr val="374151"/>
                </a:solidFill>
              </a:rPr>
              <a:t> replay (right)</a:t>
            </a:r>
          </a:p>
        </p:txBody>
      </p:sp>
      <p:pic>
        <p:nvPicPr>
          <p:cNvPr id="3" name="v1_flower_orbit_2p5x">
            <a:hlinkClick r:id="" action="ppaction://media"/>
            <a:extLst>
              <a:ext uri="{FF2B5EF4-FFF2-40B4-BE49-F238E27FC236}">
                <a16:creationId xmlns:a16="http://schemas.microsoft.com/office/drawing/2014/main" id="{A17F016E-D228-8BCC-93EF-63F29E1B702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0818" y="1033783"/>
            <a:ext cx="10080000" cy="504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3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pc="-1" dirty="0">
                <a:solidFill>
                  <a:schemeClr val="accent5"/>
                </a:solidFill>
                <a:latin typeface="Noto Sans"/>
                <a:ea typeface="Noto Sans"/>
              </a:rPr>
              <a:t>Orbit </a:t>
            </a:r>
            <a:r>
              <a:rPr lang="en-GB" sz="3200" b="1" strike="noStrike" spc="-1" dirty="0">
                <a:solidFill>
                  <a:schemeClr val="accent5"/>
                </a:solidFill>
                <a:latin typeface="Noto Sans"/>
                <a:ea typeface="Noto Sans"/>
              </a:rPr>
              <a:t>Demo: Running Shoes</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CDF07DBD-9F9A-43A9-B1AF-227E54C79CDD}" type="slidenum">
              <a:rPr/>
              <a:t>13</a:t>
            </a:fld>
            <a:endParaRPr/>
          </a:p>
        </p:txBody>
      </p:sp>
      <p:sp>
        <p:nvSpPr>
          <p:cNvPr id="725" name="TextBox 724"/>
          <p:cNvSpPr txBox="1"/>
          <p:nvPr/>
        </p:nvSpPr>
        <p:spPr>
          <a:xfrm>
            <a:off x="3639531" y="6139759"/>
            <a:ext cx="4902578" cy="307777"/>
          </a:xfrm>
          <a:prstGeom prst="rect">
            <a:avLst/>
          </a:prstGeom>
          <a:noFill/>
        </p:spPr>
        <p:txBody>
          <a:bodyPr wrap="square">
            <a:spAutoFit/>
          </a:bodyPr>
          <a:lstStyle/>
          <a:p>
            <a:pPr algn="ctr"/>
            <a:r>
              <a:rPr sz="1400" i="1" dirty="0">
                <a:solidFill>
                  <a:srgbClr val="374151"/>
                </a:solidFill>
              </a:rPr>
              <a:t>RGB</a:t>
            </a:r>
            <a:r>
              <a:rPr lang="en-GB" sz="1400" i="1" dirty="0">
                <a:solidFill>
                  <a:srgbClr val="374151"/>
                </a:solidFill>
              </a:rPr>
              <a:t>/Mask </a:t>
            </a:r>
            <a:r>
              <a:rPr sz="1400" i="1" dirty="0">
                <a:solidFill>
                  <a:srgbClr val="374151"/>
                </a:solidFill>
              </a:rPr>
              <a:t>capture (left) vs. Unity ghost</a:t>
            </a:r>
            <a:r>
              <a:rPr lang="en-GB" sz="1400" i="1" dirty="0">
                <a:solidFill>
                  <a:srgbClr val="374151"/>
                </a:solidFill>
              </a:rPr>
              <a:t>/mesh</a:t>
            </a:r>
            <a:r>
              <a:rPr sz="1400" i="1" dirty="0">
                <a:solidFill>
                  <a:srgbClr val="374151"/>
                </a:solidFill>
              </a:rPr>
              <a:t> replay (right)</a:t>
            </a:r>
          </a:p>
        </p:txBody>
      </p:sp>
      <p:pic>
        <p:nvPicPr>
          <p:cNvPr id="2" name="v2_adidas_orbit_2p5x">
            <a:hlinkClick r:id="" action="ppaction://media"/>
            <a:extLst>
              <a:ext uri="{FF2B5EF4-FFF2-40B4-BE49-F238E27FC236}">
                <a16:creationId xmlns:a16="http://schemas.microsoft.com/office/drawing/2014/main" id="{752D7671-6E61-6278-7E4E-C4FEE1A9C18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0820" y="1033311"/>
            <a:ext cx="10080000" cy="5040000"/>
          </a:xfrm>
          <a:prstGeom prst="rect">
            <a:avLst/>
          </a:prstGeom>
        </p:spPr>
      </p:pic>
    </p:spTree>
    <p:extLst>
      <p:ext uri="{BB962C8B-B14F-4D97-AF65-F5344CB8AC3E}">
        <p14:creationId xmlns:p14="http://schemas.microsoft.com/office/powerpoint/2010/main" val="95988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6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a:tabLst>
                <a:tab pos="0" algn="l"/>
              </a:tabLst>
            </a:pPr>
            <a:r>
              <a:rPr lang="en-GB" sz="3200" b="1" spc="-1" dirty="0">
                <a:solidFill>
                  <a:schemeClr val="accent5"/>
                </a:solidFill>
                <a:latin typeface="Noto Sans"/>
                <a:ea typeface="Noto Sans"/>
              </a:rPr>
              <a:t>Task </a:t>
            </a:r>
            <a:r>
              <a:rPr lang="en-GB" sz="3200" b="1" strike="noStrike" spc="-1" dirty="0">
                <a:solidFill>
                  <a:schemeClr val="accent5"/>
                </a:solidFill>
                <a:latin typeface="Noto Sans"/>
                <a:ea typeface="Noto Sans"/>
              </a:rPr>
              <a:t>Demo:</a:t>
            </a:r>
            <a:r>
              <a:rPr lang="en-GB" sz="3200" b="1" spc="-1" dirty="0">
                <a:solidFill>
                  <a:schemeClr val="accent5"/>
                </a:solidFill>
                <a:latin typeface="Noto Sans"/>
                <a:ea typeface="Noto Sans"/>
              </a:rPr>
              <a:t> Ceramic Flower Clock</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CDF07DBD-9F9A-43A9-B1AF-227E54C79CDD}" type="slidenum">
              <a:rPr/>
              <a:t>14</a:t>
            </a:fld>
            <a:endParaRPr/>
          </a:p>
        </p:txBody>
      </p:sp>
      <p:sp>
        <p:nvSpPr>
          <p:cNvPr id="725" name="TextBox 724"/>
          <p:cNvSpPr txBox="1"/>
          <p:nvPr/>
        </p:nvSpPr>
        <p:spPr>
          <a:xfrm>
            <a:off x="3581289" y="6168880"/>
            <a:ext cx="5019062" cy="307777"/>
          </a:xfrm>
          <a:prstGeom prst="rect">
            <a:avLst/>
          </a:prstGeom>
          <a:noFill/>
        </p:spPr>
        <p:txBody>
          <a:bodyPr wrap="square">
            <a:spAutoFit/>
          </a:bodyPr>
          <a:lstStyle/>
          <a:p>
            <a:pPr algn="ctr"/>
            <a:r>
              <a:rPr sz="1400" i="1" dirty="0">
                <a:solidFill>
                  <a:srgbClr val="374151"/>
                </a:solidFill>
              </a:rPr>
              <a:t>RGB</a:t>
            </a:r>
            <a:r>
              <a:rPr lang="en-GB" sz="1400" i="1" dirty="0">
                <a:solidFill>
                  <a:srgbClr val="374151"/>
                </a:solidFill>
              </a:rPr>
              <a:t>/Mask </a:t>
            </a:r>
            <a:r>
              <a:rPr sz="1400" i="1" dirty="0">
                <a:solidFill>
                  <a:srgbClr val="374151"/>
                </a:solidFill>
              </a:rPr>
              <a:t>capture (left) vs. Unity ghost</a:t>
            </a:r>
            <a:r>
              <a:rPr lang="en-GB" sz="1400" i="1" dirty="0">
                <a:solidFill>
                  <a:srgbClr val="374151"/>
                </a:solidFill>
              </a:rPr>
              <a:t>/mesh</a:t>
            </a:r>
            <a:r>
              <a:rPr sz="1400" i="1" dirty="0">
                <a:solidFill>
                  <a:srgbClr val="374151"/>
                </a:solidFill>
              </a:rPr>
              <a:t> replay (right)</a:t>
            </a:r>
          </a:p>
        </p:txBody>
      </p:sp>
      <p:pic>
        <p:nvPicPr>
          <p:cNvPr id="3" name="v3_flower_task">
            <a:hlinkClick r:id="" action="ppaction://media"/>
            <a:extLst>
              <a:ext uri="{FF2B5EF4-FFF2-40B4-BE49-F238E27FC236}">
                <a16:creationId xmlns:a16="http://schemas.microsoft.com/office/drawing/2014/main" id="{B6BB8841-7517-2CA0-2A48-EF09C095DD8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0820" y="960980"/>
            <a:ext cx="10080000" cy="5040000"/>
          </a:xfrm>
          <a:prstGeom prst="rect">
            <a:avLst/>
          </a:prstGeom>
        </p:spPr>
      </p:pic>
    </p:spTree>
    <p:extLst>
      <p:ext uri="{BB962C8B-B14F-4D97-AF65-F5344CB8AC3E}">
        <p14:creationId xmlns:p14="http://schemas.microsoft.com/office/powerpoint/2010/main" val="247675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9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pc="-1" dirty="0">
                <a:solidFill>
                  <a:schemeClr val="accent5"/>
                </a:solidFill>
                <a:latin typeface="Noto Sans"/>
                <a:ea typeface="Noto Sans"/>
              </a:rPr>
              <a:t>Task </a:t>
            </a:r>
            <a:r>
              <a:rPr lang="en-GB" sz="3200" b="1" strike="noStrike" spc="-1" dirty="0">
                <a:solidFill>
                  <a:schemeClr val="accent5"/>
                </a:solidFill>
                <a:latin typeface="Noto Sans"/>
                <a:ea typeface="Noto Sans"/>
              </a:rPr>
              <a:t>Demo: Running Shoes</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CDF07DBD-9F9A-43A9-B1AF-227E54C79CDD}" type="slidenum">
              <a:rPr/>
              <a:t>15</a:t>
            </a:fld>
            <a:endParaRPr/>
          </a:p>
        </p:txBody>
      </p:sp>
      <p:sp>
        <p:nvSpPr>
          <p:cNvPr id="725" name="TextBox 724"/>
          <p:cNvSpPr txBox="1"/>
          <p:nvPr/>
        </p:nvSpPr>
        <p:spPr>
          <a:xfrm>
            <a:off x="3467717" y="6186353"/>
            <a:ext cx="5246206" cy="307777"/>
          </a:xfrm>
          <a:prstGeom prst="rect">
            <a:avLst/>
          </a:prstGeom>
          <a:noFill/>
        </p:spPr>
        <p:txBody>
          <a:bodyPr wrap="square">
            <a:spAutoFit/>
          </a:bodyPr>
          <a:lstStyle/>
          <a:p>
            <a:pPr algn="ctr"/>
            <a:r>
              <a:rPr sz="1400" i="1" dirty="0">
                <a:solidFill>
                  <a:srgbClr val="374151"/>
                </a:solidFill>
              </a:rPr>
              <a:t>RGB</a:t>
            </a:r>
            <a:r>
              <a:rPr lang="en-GB" sz="1400" i="1" dirty="0">
                <a:solidFill>
                  <a:srgbClr val="374151"/>
                </a:solidFill>
              </a:rPr>
              <a:t>/Mask </a:t>
            </a:r>
            <a:r>
              <a:rPr sz="1400" i="1" dirty="0">
                <a:solidFill>
                  <a:srgbClr val="374151"/>
                </a:solidFill>
              </a:rPr>
              <a:t>capture (left) vs. Unity ghost</a:t>
            </a:r>
            <a:r>
              <a:rPr lang="en-GB" sz="1400" i="1" dirty="0">
                <a:solidFill>
                  <a:srgbClr val="374151"/>
                </a:solidFill>
              </a:rPr>
              <a:t>/mesh</a:t>
            </a:r>
            <a:r>
              <a:rPr sz="1400" i="1" dirty="0">
                <a:solidFill>
                  <a:srgbClr val="374151"/>
                </a:solidFill>
              </a:rPr>
              <a:t> replay (right)</a:t>
            </a:r>
          </a:p>
        </p:txBody>
      </p:sp>
      <p:pic>
        <p:nvPicPr>
          <p:cNvPr id="3" name="v5_adidas_task_ep253">
            <a:hlinkClick r:id="" action="ppaction://media"/>
            <a:extLst>
              <a:ext uri="{FF2B5EF4-FFF2-40B4-BE49-F238E27FC236}">
                <a16:creationId xmlns:a16="http://schemas.microsoft.com/office/drawing/2014/main" id="{EFFAE731-4DE2-DD40-C9BC-1FEF986DDD8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0820" y="1027487"/>
            <a:ext cx="10080000" cy="5040000"/>
          </a:xfrm>
          <a:prstGeom prst="rect">
            <a:avLst/>
          </a:prstGeom>
        </p:spPr>
      </p:pic>
    </p:spTree>
    <p:extLst>
      <p:ext uri="{BB962C8B-B14F-4D97-AF65-F5344CB8AC3E}">
        <p14:creationId xmlns:p14="http://schemas.microsoft.com/office/powerpoint/2010/main" val="427185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9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GB" sz="3200" b="1" spc="-1" dirty="0">
                <a:solidFill>
                  <a:schemeClr val="accent5"/>
                </a:solidFill>
                <a:latin typeface="Noto Sans"/>
                <a:ea typeface="Noto Sans"/>
              </a:rPr>
              <a:t>Task </a:t>
            </a:r>
            <a:r>
              <a:rPr lang="en-GB" sz="3200" b="1" strike="noStrike" spc="-1" dirty="0">
                <a:solidFill>
                  <a:schemeClr val="accent5"/>
                </a:solidFill>
                <a:latin typeface="Noto Sans"/>
                <a:ea typeface="Noto Sans"/>
              </a:rPr>
              <a:t>Demo: Wooden Rolling Pin</a:t>
            </a:r>
            <a:endParaRPr lang="en-US" sz="32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CDF07DBD-9F9A-43A9-B1AF-227E54C79CDD}" type="slidenum">
              <a:rPr/>
              <a:t>16</a:t>
            </a:fld>
            <a:endParaRPr/>
          </a:p>
        </p:txBody>
      </p:sp>
      <p:sp>
        <p:nvSpPr>
          <p:cNvPr id="725" name="TextBox 724"/>
          <p:cNvSpPr txBox="1"/>
          <p:nvPr/>
        </p:nvSpPr>
        <p:spPr>
          <a:xfrm>
            <a:off x="3607498" y="6168880"/>
            <a:ext cx="4966644" cy="307777"/>
          </a:xfrm>
          <a:prstGeom prst="rect">
            <a:avLst/>
          </a:prstGeom>
          <a:noFill/>
        </p:spPr>
        <p:txBody>
          <a:bodyPr wrap="square">
            <a:spAutoFit/>
          </a:bodyPr>
          <a:lstStyle/>
          <a:p>
            <a:pPr algn="ctr"/>
            <a:r>
              <a:rPr sz="1400" i="1" dirty="0">
                <a:solidFill>
                  <a:srgbClr val="374151"/>
                </a:solidFill>
              </a:rPr>
              <a:t>RGB</a:t>
            </a:r>
            <a:r>
              <a:rPr lang="en-GB" sz="1400" i="1" dirty="0">
                <a:solidFill>
                  <a:srgbClr val="374151"/>
                </a:solidFill>
              </a:rPr>
              <a:t>/Mask </a:t>
            </a:r>
            <a:r>
              <a:rPr sz="1400" i="1" dirty="0">
                <a:solidFill>
                  <a:srgbClr val="374151"/>
                </a:solidFill>
              </a:rPr>
              <a:t>capture (left) vs. Unity ghost</a:t>
            </a:r>
            <a:r>
              <a:rPr lang="en-GB" sz="1400" i="1" dirty="0">
                <a:solidFill>
                  <a:srgbClr val="374151"/>
                </a:solidFill>
              </a:rPr>
              <a:t>/mesh</a:t>
            </a:r>
            <a:r>
              <a:rPr sz="1400" i="1" dirty="0">
                <a:solidFill>
                  <a:srgbClr val="374151"/>
                </a:solidFill>
              </a:rPr>
              <a:t> replay (right)</a:t>
            </a:r>
          </a:p>
        </p:txBody>
      </p:sp>
      <p:pic>
        <p:nvPicPr>
          <p:cNvPr id="2" name="v4_rollingpin_task">
            <a:hlinkClick r:id="" action="ppaction://media"/>
            <a:extLst>
              <a:ext uri="{FF2B5EF4-FFF2-40B4-BE49-F238E27FC236}">
                <a16:creationId xmlns:a16="http://schemas.microsoft.com/office/drawing/2014/main" id="{652128C0-C563-53D3-8C67-101FE0DD125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0820" y="1021662"/>
            <a:ext cx="10080000" cy="5040000"/>
          </a:xfrm>
          <a:prstGeom prst="rect">
            <a:avLst/>
          </a:prstGeom>
        </p:spPr>
      </p:pic>
    </p:spTree>
    <p:extLst>
      <p:ext uri="{BB962C8B-B14F-4D97-AF65-F5344CB8AC3E}">
        <p14:creationId xmlns:p14="http://schemas.microsoft.com/office/powerpoint/2010/main" val="370296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pc="-1" dirty="0">
                <a:solidFill>
                  <a:schemeClr val="accent5"/>
                </a:solidFill>
                <a:latin typeface="Noto Sans"/>
                <a:ea typeface="Noto Sans"/>
              </a:rPr>
              <a:t>Next Steps for MAIESTRO</a:t>
            </a:r>
            <a:endParaRPr lang="en-US" sz="3200" b="0" strike="noStrike" spc="-1" dirty="0">
              <a:solidFill>
                <a:srgbClr val="000000"/>
              </a:solidFill>
              <a:latin typeface="Arial"/>
            </a:endParaRPr>
          </a:p>
        </p:txBody>
      </p:sp>
      <p:sp>
        <p:nvSpPr>
          <p:cNvPr id="728" name="PlaceHolder 2"/>
          <p:cNvSpPr>
            <a:spLocks noGrp="1"/>
          </p:cNvSpPr>
          <p:nvPr>
            <p:ph/>
          </p:nvPr>
        </p:nvSpPr>
        <p:spPr>
          <a:xfrm>
            <a:off x="2143642" y="1205411"/>
            <a:ext cx="7904715" cy="5037937"/>
          </a:xfrm>
          <a:prstGeom prst="rect">
            <a:avLst/>
          </a:prstGeom>
          <a:noFill/>
          <a:ln w="0">
            <a:noFill/>
          </a:ln>
        </p:spPr>
        <p:txBody>
          <a:bodyPr lIns="91440" tIns="45720" rIns="91440" bIns="45720" anchor="t">
            <a:noAutofit/>
          </a:bodyPr>
          <a:lstStyle/>
          <a:p>
            <a:pPr marL="228600" indent="-228600" algn="just" defTabSz="914400">
              <a:lnSpc>
                <a:spcPct val="90000"/>
              </a:lnSpc>
              <a:spcBef>
                <a:spcPts val="1200"/>
              </a:spcBef>
              <a:buClr>
                <a:srgbClr val="102059"/>
              </a:buClr>
              <a:buFont typeface="Arial"/>
              <a:buChar char="•"/>
            </a:pPr>
            <a:r>
              <a:rPr lang="en-GB" sz="2800" b="0" strike="noStrike" spc="-1" dirty="0">
                <a:solidFill>
                  <a:srgbClr val="102059"/>
                </a:solidFill>
                <a:latin typeface="Open Sans"/>
                <a:ea typeface="Open Sans"/>
              </a:rPr>
              <a:t>Finalize the capture pipeline to </a:t>
            </a:r>
            <a:r>
              <a:rPr lang="en-GB" sz="2800" b="0" strike="noStrike" spc="-1" dirty="0">
                <a:solidFill>
                  <a:srgbClr val="6373AA"/>
                </a:solidFill>
                <a:latin typeface="Open Sans"/>
                <a:ea typeface="Open Sans"/>
              </a:rPr>
              <a:t>unblock dataset construction</a:t>
            </a:r>
            <a:r>
              <a:rPr lang="en-GB" sz="2800" b="0" strike="noStrike" spc="-1" dirty="0">
                <a:solidFill>
                  <a:srgbClr val="102059"/>
                </a:solidFill>
                <a:latin typeface="Open Sans"/>
                <a:ea typeface="Open Sans"/>
              </a:rPr>
              <a:t>.</a:t>
            </a:r>
          </a:p>
          <a:p>
            <a:pPr marL="228600" indent="-228600" algn="just" defTabSz="914400">
              <a:lnSpc>
                <a:spcPct val="90000"/>
              </a:lnSpc>
              <a:spcBef>
                <a:spcPts val="1200"/>
              </a:spcBef>
              <a:buClr>
                <a:srgbClr val="102059"/>
              </a:buClr>
              <a:buFont typeface="Arial"/>
              <a:buChar char="•"/>
            </a:pPr>
            <a:r>
              <a:rPr lang="en-GB" sz="2800" spc="-1" dirty="0">
                <a:solidFill>
                  <a:srgbClr val="102059"/>
                </a:solidFill>
                <a:latin typeface="Open Sans"/>
                <a:ea typeface="Open Sans"/>
              </a:rPr>
              <a:t>Establish/train a </a:t>
            </a:r>
            <a:r>
              <a:rPr lang="en-GB" sz="2800" spc="-1" dirty="0">
                <a:solidFill>
                  <a:srgbClr val="6373AA"/>
                </a:solidFill>
                <a:latin typeface="Open Sans"/>
                <a:ea typeface="Open Sans"/>
              </a:rPr>
              <a:t>policy and world model </a:t>
            </a:r>
            <a:r>
              <a:rPr lang="en-GB" sz="2800" spc="-1" dirty="0">
                <a:solidFill>
                  <a:srgbClr val="102059"/>
                </a:solidFill>
                <a:latin typeface="Open Sans"/>
                <a:ea typeface="Open Sans"/>
              </a:rPr>
              <a:t>on the resulting dataset, predicting action chunks to guide task completion.</a:t>
            </a:r>
          </a:p>
          <a:p>
            <a:pPr marL="228600" indent="-228600" algn="just" defTabSz="914400">
              <a:lnSpc>
                <a:spcPct val="90000"/>
              </a:lnSpc>
              <a:spcBef>
                <a:spcPts val="1200"/>
              </a:spcBef>
              <a:buClr>
                <a:srgbClr val="102059"/>
              </a:buClr>
              <a:buFont typeface="Arial"/>
              <a:buChar char="•"/>
            </a:pPr>
            <a:r>
              <a:rPr lang="en-GB" sz="2800" spc="-1" dirty="0">
                <a:solidFill>
                  <a:srgbClr val="102059"/>
                </a:solidFill>
                <a:latin typeface="Open Sans"/>
                <a:ea typeface="Open Sans"/>
              </a:rPr>
              <a:t>Reuse the same </a:t>
            </a:r>
            <a:r>
              <a:rPr lang="en-GB" sz="2800" spc="-1" dirty="0">
                <a:solidFill>
                  <a:srgbClr val="6373AA"/>
                </a:solidFill>
                <a:latin typeface="Open Sans"/>
                <a:ea typeface="Open Sans"/>
              </a:rPr>
              <a:t>Maestro VR app for the first pilot</a:t>
            </a:r>
            <a:r>
              <a:rPr lang="en-GB" sz="2800" spc="-1" dirty="0">
                <a:solidFill>
                  <a:srgbClr val="102059"/>
                </a:solidFill>
                <a:latin typeface="Open Sans"/>
                <a:ea typeface="Open Sans"/>
              </a:rPr>
              <a:t> of human guidance, serving both episode capture and guidance inference.</a:t>
            </a:r>
          </a:p>
          <a:p>
            <a:pPr marL="228600" indent="-228600" algn="just" defTabSz="914400">
              <a:lnSpc>
                <a:spcPct val="90000"/>
              </a:lnSpc>
              <a:spcBef>
                <a:spcPts val="1200"/>
              </a:spcBef>
              <a:buClr>
                <a:srgbClr val="102059"/>
              </a:buClr>
              <a:buFont typeface="Arial"/>
              <a:buChar char="•"/>
            </a:pPr>
            <a:r>
              <a:rPr lang="en-GB" sz="2800" spc="-1" dirty="0">
                <a:solidFill>
                  <a:srgbClr val="6373AA"/>
                </a:solidFill>
                <a:latin typeface="Open Sans"/>
                <a:ea typeface="Open Sans"/>
              </a:rPr>
              <a:t>Translate hand instruction into robotic arm end-effector </a:t>
            </a:r>
            <a:r>
              <a:rPr lang="en-GB" sz="2800" spc="-1" dirty="0">
                <a:solidFill>
                  <a:srgbClr val="102059"/>
                </a:solidFill>
                <a:latin typeface="Open Sans"/>
                <a:ea typeface="Open Sans"/>
              </a:rPr>
              <a:t>commands and wire the robotic sensing nodes needed for the second pilot.</a:t>
            </a:r>
            <a:endParaRPr lang="en-US" sz="2800" b="0" strike="noStrike" spc="-1" dirty="0">
              <a:solidFill>
                <a:srgbClr val="000000"/>
              </a:solidFill>
              <a:latin typeface="Arial"/>
            </a:endParaRPr>
          </a:p>
        </p:txBody>
      </p:sp>
      <p:sp>
        <p:nvSpPr>
          <p:cNvPr id="4" name="PlaceHolder 3"/>
          <p:cNvSpPr>
            <a:spLocks noGrp="1"/>
          </p:cNvSpPr>
          <p:nvPr>
            <p:ph type="sldNum" idx="35"/>
          </p:nvPr>
        </p:nvSpPr>
        <p:spPr/>
        <p:txBody>
          <a:bodyPr/>
          <a:lstStyle/>
          <a:p>
            <a:fld id="{1121558A-4359-43F3-A3C7-AD64FBDF7781}"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GB" sz="3200" b="1" strike="noStrike" spc="-1">
                <a:solidFill>
                  <a:schemeClr val="accent5"/>
                </a:solidFill>
                <a:latin typeface="Noto Sans"/>
                <a:ea typeface="Noto Sans"/>
              </a:rPr>
              <a:t>Conclusion</a:t>
            </a:r>
            <a:endParaRPr lang="en-US" sz="3200" b="0" strike="noStrike" spc="-1">
              <a:solidFill>
                <a:srgbClr val="000000"/>
              </a:solidFill>
              <a:latin typeface="Arial"/>
            </a:endParaRPr>
          </a:p>
        </p:txBody>
      </p:sp>
      <p:sp>
        <p:nvSpPr>
          <p:cNvPr id="730" name="PlaceHolder 2"/>
          <p:cNvSpPr>
            <a:spLocks noGrp="1"/>
          </p:cNvSpPr>
          <p:nvPr>
            <p:ph/>
          </p:nvPr>
        </p:nvSpPr>
        <p:spPr>
          <a:xfrm>
            <a:off x="929296" y="1370809"/>
            <a:ext cx="10333408" cy="4505813"/>
          </a:xfrm>
          <a:prstGeom prst="rect">
            <a:avLst/>
          </a:prstGeom>
          <a:noFill/>
          <a:ln w="0">
            <a:noFill/>
          </a:ln>
        </p:spPr>
        <p:txBody>
          <a:bodyPr lIns="91440" tIns="45720" rIns="91440" bIns="45720" anchor="t">
            <a:noAutofit/>
          </a:bodyPr>
          <a:lstStyle/>
          <a:p>
            <a:pPr marL="228600" indent="-228600" algn="just">
              <a:spcBef>
                <a:spcPts val="1001"/>
              </a:spcBef>
              <a:buClr>
                <a:srgbClr val="102059"/>
              </a:buClr>
              <a:buFont typeface="Arial"/>
              <a:buChar char="•"/>
            </a:pPr>
            <a:r>
              <a:rPr lang="en-GB" sz="2800" b="0" strike="noStrike" spc="-1" dirty="0">
                <a:solidFill>
                  <a:srgbClr val="000000"/>
                </a:solidFill>
                <a:latin typeface="Arial"/>
              </a:rPr>
              <a:t>A </a:t>
            </a:r>
            <a:r>
              <a:rPr lang="en-GB" sz="2800" b="0" strike="noStrike" spc="-1" dirty="0">
                <a:solidFill>
                  <a:srgbClr val="6373AA"/>
                </a:solidFill>
                <a:latin typeface="Arial"/>
              </a:rPr>
              <a:t>thin client </a:t>
            </a:r>
            <a:r>
              <a:rPr lang="en-GB" sz="2800" b="0" strike="noStrike" spc="-1" dirty="0">
                <a:solidFill>
                  <a:srgbClr val="000000"/>
                </a:solidFill>
                <a:latin typeface="Arial"/>
              </a:rPr>
              <a:t>capable of heavy AI work through a leveraged GPU cluster compute node.</a:t>
            </a:r>
          </a:p>
          <a:p>
            <a:pPr marL="228600" indent="-228600" algn="just">
              <a:spcBef>
                <a:spcPts val="1001"/>
              </a:spcBef>
              <a:buClr>
                <a:srgbClr val="102059"/>
              </a:buClr>
              <a:buFont typeface="Arial"/>
              <a:buChar char="•"/>
            </a:pPr>
            <a:r>
              <a:rPr lang="en-GB" sz="2800" b="0" strike="noStrike" spc="-1" dirty="0">
                <a:solidFill>
                  <a:srgbClr val="000000"/>
                </a:solidFill>
                <a:latin typeface="Arial"/>
              </a:rPr>
              <a:t>Correct construction of scene data to create a </a:t>
            </a:r>
            <a:r>
              <a:rPr lang="en-GB" sz="2800" b="0" strike="noStrike" spc="-1" dirty="0">
                <a:solidFill>
                  <a:srgbClr val="6373AA"/>
                </a:solidFill>
                <a:latin typeface="Arial"/>
              </a:rPr>
              <a:t>digital twin </a:t>
            </a:r>
            <a:r>
              <a:rPr lang="en-GB" sz="2800" b="0" strike="noStrike" spc="-1" dirty="0">
                <a:solidFill>
                  <a:srgbClr val="000000"/>
                </a:solidFill>
                <a:latin typeface="Arial"/>
              </a:rPr>
              <a:t>of a task, building toward the two inference pilots.</a:t>
            </a:r>
          </a:p>
          <a:p>
            <a:pPr marL="228600" indent="-228600" algn="just">
              <a:spcBef>
                <a:spcPts val="1001"/>
              </a:spcBef>
              <a:buClr>
                <a:srgbClr val="102059"/>
              </a:buClr>
              <a:buFont typeface="Arial"/>
              <a:buChar char="•"/>
            </a:pPr>
            <a:r>
              <a:rPr lang="en-GB" sz="2800" b="0" strike="noStrike" spc="-1" dirty="0">
                <a:solidFill>
                  <a:srgbClr val="000000"/>
                </a:solidFill>
                <a:latin typeface="Arial"/>
              </a:rPr>
              <a:t>Live mesh generation is scene-dependent:</a:t>
            </a:r>
          </a:p>
          <a:p>
            <a:pPr algn="just">
              <a:spcBef>
                <a:spcPts val="1001"/>
              </a:spcBef>
              <a:buClr>
                <a:srgbClr val="102059"/>
              </a:buClr>
            </a:pPr>
            <a:r>
              <a:rPr lang="en-GB" sz="2800" spc="-1" dirty="0">
                <a:solidFill>
                  <a:srgbClr val="000000"/>
                </a:solidFill>
                <a:latin typeface="Arial"/>
              </a:rPr>
              <a:t>	-</a:t>
            </a:r>
            <a:r>
              <a:rPr lang="en-GB" sz="2800" b="0" strike="noStrike" spc="-1" dirty="0">
                <a:solidFill>
                  <a:srgbClr val="000000"/>
                </a:solidFill>
                <a:latin typeface="Arial"/>
              </a:rPr>
              <a:t> </a:t>
            </a:r>
            <a:r>
              <a:rPr lang="en-GB" sz="2800" b="0" strike="noStrike" spc="-1" dirty="0">
                <a:solidFill>
                  <a:srgbClr val="6373AA"/>
                </a:solidFill>
                <a:latin typeface="Arial"/>
              </a:rPr>
              <a:t>initial object masking </a:t>
            </a:r>
            <a:r>
              <a:rPr lang="en-GB" sz="2800" b="0" strike="noStrike" spc="-1" dirty="0">
                <a:solidFill>
                  <a:srgbClr val="000000"/>
                </a:solidFill>
                <a:latin typeface="Arial"/>
              </a:rPr>
              <a:t>is sometimes partial</a:t>
            </a:r>
          </a:p>
          <a:p>
            <a:pPr algn="just">
              <a:spcBef>
                <a:spcPts val="1001"/>
              </a:spcBef>
              <a:buClr>
                <a:srgbClr val="102059"/>
              </a:buClr>
            </a:pPr>
            <a:r>
              <a:rPr lang="en-GB" sz="2800" spc="-1" dirty="0">
                <a:solidFill>
                  <a:srgbClr val="000000"/>
                </a:solidFill>
                <a:latin typeface="Arial"/>
              </a:rPr>
              <a:t>	- </a:t>
            </a:r>
            <a:r>
              <a:rPr lang="en-GB" sz="2800" spc="-1" dirty="0">
                <a:solidFill>
                  <a:srgbClr val="6373AA"/>
                </a:solidFill>
                <a:latin typeface="Arial"/>
              </a:rPr>
              <a:t>sparse matching and point cloud</a:t>
            </a:r>
            <a:r>
              <a:rPr lang="en-GB" sz="2800" spc="-1" dirty="0">
                <a:solidFill>
                  <a:srgbClr val="000000"/>
                </a:solidFill>
                <a:latin typeface="Arial"/>
              </a:rPr>
              <a:t> don’t always produce 	watertight meshes</a:t>
            </a:r>
            <a:r>
              <a:rPr lang="en-GB" sz="2800" b="0" strike="noStrike" spc="-1" dirty="0">
                <a:solidFill>
                  <a:srgbClr val="000000"/>
                </a:solidFill>
                <a:latin typeface="Arial"/>
              </a:rPr>
              <a:t>.</a:t>
            </a:r>
          </a:p>
          <a:p>
            <a:pPr marL="457200" indent="-457200" algn="just">
              <a:spcBef>
                <a:spcPts val="1001"/>
              </a:spcBef>
              <a:buClr>
                <a:srgbClr val="102059"/>
              </a:buClr>
              <a:buFont typeface="Arial" panose="020B0604020202020204" pitchFamily="34" charset="0"/>
              <a:buChar char="•"/>
            </a:pPr>
            <a:r>
              <a:rPr lang="en-GB" sz="2800" b="0" strike="noStrike" spc="-1" dirty="0">
                <a:solidFill>
                  <a:srgbClr val="6373AA"/>
                </a:solidFill>
                <a:latin typeface="Arial"/>
              </a:rPr>
              <a:t>Fast movements or off-screen tracking </a:t>
            </a:r>
            <a:r>
              <a:rPr lang="en-GB" sz="2800" b="0" strike="noStrike" spc="-1" dirty="0">
                <a:solidFill>
                  <a:srgbClr val="000000"/>
                </a:solidFill>
                <a:latin typeface="Arial"/>
              </a:rPr>
              <a:t>remain an unsolved edge case</a:t>
            </a:r>
          </a:p>
        </p:txBody>
      </p:sp>
      <p:sp>
        <p:nvSpPr>
          <p:cNvPr id="4" name="PlaceHolder 3"/>
          <p:cNvSpPr>
            <a:spLocks noGrp="1"/>
          </p:cNvSpPr>
          <p:nvPr>
            <p:ph type="sldNum" idx="35"/>
          </p:nvPr>
        </p:nvSpPr>
        <p:spPr/>
        <p:txBody>
          <a:bodyPr/>
          <a:lstStyle/>
          <a:p>
            <a:fld id="{21CE9DFC-DC58-4ADF-8830-91B1F69C8F91}" type="slidenum">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Freeform: Shape 15"/>
          <p:cNvSpPr/>
          <p:nvPr/>
        </p:nvSpPr>
        <p:spPr>
          <a:xfrm flipV="1">
            <a:off x="0" y="4988880"/>
            <a:ext cx="12191040" cy="1867320"/>
          </a:xfrm>
          <a:custGeom>
            <a:avLst/>
            <a:gdLst>
              <a:gd name="textAreaLeft" fmla="*/ 0 w 12191040"/>
              <a:gd name="textAreaRight" fmla="*/ 12192120 w 12191040"/>
              <a:gd name="textAreaTop" fmla="*/ -720 h 1867320"/>
              <a:gd name="textAreaBottom" fmla="*/ 1867680 h 1867320"/>
            </a:gdLst>
            <a:ahLst/>
            <a:cxnLst/>
            <a:rect l="textAreaLeft" t="textAreaTop" r="textAreaRight" b="textAreaBottom"/>
            <a:pathLst>
              <a:path w="12192000" h="184928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solidFill>
            <a:srgbClr val="00DFD1">
              <a:alpha val="28000"/>
            </a:srgbClr>
          </a:solidFill>
          <a:ln>
            <a:noFill/>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732" name="Picture Placeholder 7"/>
          <p:cNvSpPr/>
          <p:nvPr/>
        </p:nvSpPr>
        <p:spPr>
          <a:xfrm>
            <a:off x="0" y="5014800"/>
            <a:ext cx="12191040" cy="1846800"/>
          </a:xfrm>
          <a:custGeom>
            <a:avLst/>
            <a:gdLst>
              <a:gd name="textAreaLeft" fmla="*/ 0 w 12191040"/>
              <a:gd name="textAreaRight" fmla="*/ 12192120 w 12191040"/>
              <a:gd name="textAreaTop" fmla="*/ 0 h 1846800"/>
              <a:gd name="textAreaBottom" fmla="*/ 1847880 h 1846800"/>
            </a:gdLst>
            <a:ahLst/>
            <a:cxnLst/>
            <a:rect l="textAreaLeft" t="textAreaTop" r="textAreaRight" b="textAreaBottom"/>
            <a:pathLst>
              <a:path w="12192000" h="1849280">
                <a:moveTo>
                  <a:pt x="0" y="0"/>
                </a:moveTo>
                <a:lnTo>
                  <a:pt x="2908771" y="0"/>
                </a:lnTo>
                <a:lnTo>
                  <a:pt x="2908771" y="1"/>
                </a:lnTo>
                <a:lnTo>
                  <a:pt x="3008494" y="1"/>
                </a:lnTo>
                <a:cubicBezTo>
                  <a:pt x="4204624" y="1"/>
                  <a:pt x="6527111" y="1"/>
                  <a:pt x="7184574" y="1"/>
                </a:cubicBezTo>
                <a:cubicBezTo>
                  <a:pt x="7298166" y="1"/>
                  <a:pt x="7407173" y="44687"/>
                  <a:pt x="7488101" y="124435"/>
                </a:cubicBezTo>
                <a:cubicBezTo>
                  <a:pt x="7684842" y="318261"/>
                  <a:pt x="8062323" y="690208"/>
                  <a:pt x="8259064" y="884065"/>
                </a:cubicBezTo>
                <a:cubicBezTo>
                  <a:pt x="8319738" y="943852"/>
                  <a:pt x="8396239" y="983950"/>
                  <a:pt x="8478620" y="1000262"/>
                </a:cubicBezTo>
                <a:lnTo>
                  <a:pt x="8562582" y="1008493"/>
                </a:lnTo>
                <a:lnTo>
                  <a:pt x="12192000" y="1008493"/>
                </a:lnTo>
                <a:lnTo>
                  <a:pt x="12192000" y="1030349"/>
                </a:lnTo>
                <a:lnTo>
                  <a:pt x="12192000" y="1662328"/>
                </a:lnTo>
                <a:lnTo>
                  <a:pt x="12192000" y="1849280"/>
                </a:lnTo>
                <a:lnTo>
                  <a:pt x="0" y="1849280"/>
                </a:lnTo>
                <a:lnTo>
                  <a:pt x="0" y="1662328"/>
                </a:lnTo>
                <a:lnTo>
                  <a:pt x="0" y="1429738"/>
                </a:lnTo>
                <a:lnTo>
                  <a:pt x="0" y="1095909"/>
                </a:lnTo>
                <a:lnTo>
                  <a:pt x="0" y="588271"/>
                </a:lnTo>
                <a:lnTo>
                  <a:pt x="0" y="254442"/>
                </a:lnTo>
                <a:lnTo>
                  <a:pt x="0" y="21852"/>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733" name="Freeform: Shape 16"/>
          <p:cNvSpPr/>
          <p:nvPr/>
        </p:nvSpPr>
        <p:spPr>
          <a:xfrm>
            <a:off x="0" y="7920"/>
            <a:ext cx="12191040" cy="1867320"/>
          </a:xfrm>
          <a:custGeom>
            <a:avLst/>
            <a:gdLst>
              <a:gd name="textAreaLeft" fmla="*/ 0 w 12191040"/>
              <a:gd name="textAreaRight" fmla="*/ 12192120 w 12191040"/>
              <a:gd name="textAreaTop" fmla="*/ 0 h 1867320"/>
              <a:gd name="textAreaBottom" fmla="*/ 1868400 h 1867320"/>
            </a:gdLst>
            <a:ahLst/>
            <a:cxnLst/>
            <a:rect l="textAreaLeft" t="textAreaTop" r="textAreaRight" b="textAreaBottom"/>
            <a:pathLst>
              <a:path w="12192000" h="1849280">
                <a:moveTo>
                  <a:pt x="0" y="0"/>
                </a:moveTo>
                <a:lnTo>
                  <a:pt x="12192000" y="0"/>
                </a:lnTo>
                <a:lnTo>
                  <a:pt x="12192000" y="186952"/>
                </a:lnTo>
                <a:lnTo>
                  <a:pt x="12192000" y="818931"/>
                </a:lnTo>
                <a:lnTo>
                  <a:pt x="12192000" y="840787"/>
                </a:lnTo>
                <a:lnTo>
                  <a:pt x="8562582" y="840787"/>
                </a:lnTo>
                <a:lnTo>
                  <a:pt x="8478620" y="849018"/>
                </a:lnTo>
                <a:cubicBezTo>
                  <a:pt x="8396239" y="865330"/>
                  <a:pt x="8319738" y="905428"/>
                  <a:pt x="8259064" y="965215"/>
                </a:cubicBezTo>
                <a:cubicBezTo>
                  <a:pt x="8062323" y="1159072"/>
                  <a:pt x="7684842" y="1531019"/>
                  <a:pt x="7488101" y="1724845"/>
                </a:cubicBezTo>
                <a:cubicBezTo>
                  <a:pt x="7407173" y="1804593"/>
                  <a:pt x="7298166" y="1849279"/>
                  <a:pt x="7184574" y="1849279"/>
                </a:cubicBezTo>
                <a:cubicBezTo>
                  <a:pt x="6527111" y="1849279"/>
                  <a:pt x="4204624" y="1849279"/>
                  <a:pt x="3008494" y="1849279"/>
                </a:cubicBezTo>
                <a:lnTo>
                  <a:pt x="2908771" y="1849279"/>
                </a:lnTo>
                <a:lnTo>
                  <a:pt x="2908771" y="1849280"/>
                </a:lnTo>
                <a:lnTo>
                  <a:pt x="0" y="1849280"/>
                </a:lnTo>
                <a:lnTo>
                  <a:pt x="0" y="1827428"/>
                </a:lnTo>
                <a:lnTo>
                  <a:pt x="0" y="1594838"/>
                </a:lnTo>
                <a:lnTo>
                  <a:pt x="0" y="1261009"/>
                </a:lnTo>
                <a:lnTo>
                  <a:pt x="0" y="753371"/>
                </a:lnTo>
                <a:lnTo>
                  <a:pt x="0" y="419542"/>
                </a:lnTo>
                <a:lnTo>
                  <a:pt x="0" y="186952"/>
                </a:lnTo>
                <a:close/>
              </a:path>
            </a:pathLst>
          </a:custGeom>
          <a:blipFill rotWithShape="0">
            <a:blip r:embed="rId4"/>
            <a:srcRect/>
            <a:stretch/>
          </a:blipFill>
          <a:ln>
            <a:noFill/>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734" name="Rectangle 137"/>
          <p:cNvSpPr/>
          <p:nvPr/>
        </p:nvSpPr>
        <p:spPr>
          <a:xfrm flipH="1">
            <a:off x="8578440" y="5091120"/>
            <a:ext cx="35233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en-US" sz="1800" b="0" strike="noStrike" spc="-1">
                <a:solidFill>
                  <a:srgbClr val="152B77"/>
                </a:solidFill>
                <a:latin typeface="Open Sans"/>
                <a:ea typeface="Open Sans"/>
              </a:rPr>
              <a:t>graham.pellegrini@um.edu.mt</a:t>
            </a:r>
            <a:endParaRPr lang="en-US" sz="1800" b="0" strike="noStrike" spc="-1">
              <a:solidFill>
                <a:srgbClr val="000000"/>
              </a:solidFill>
              <a:latin typeface="Arial"/>
            </a:endParaRPr>
          </a:p>
        </p:txBody>
      </p:sp>
      <p:sp>
        <p:nvSpPr>
          <p:cNvPr id="736" name="Graphic 60"/>
          <p:cNvSpPr/>
          <p:nvPr/>
        </p:nvSpPr>
        <p:spPr>
          <a:xfrm flipV="1">
            <a:off x="4248000" y="3883680"/>
            <a:ext cx="8059680" cy="1876680"/>
          </a:xfrm>
          <a:custGeom>
            <a:avLst/>
            <a:gdLst>
              <a:gd name="textAreaLeft" fmla="*/ 0 w 8059680"/>
              <a:gd name="textAreaRight" fmla="*/ 8060760 w 8059680"/>
              <a:gd name="textAreaTop" fmla="*/ -720 h 1876680"/>
              <a:gd name="textAreaBottom" fmla="*/ 1877040 h 1876680"/>
            </a:gdLst>
            <a:ahLst/>
            <a:cxnLst/>
            <a:rect l="textAreaLeft" t="textAreaTop" r="textAreaRight" b="textAreaBottom"/>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a:solidFill>
              <a:srgbClr val="F2F2F2"/>
            </a:solidFill>
            <a:prstDash val="sysDot"/>
            <a:miter/>
          </a:ln>
        </p:spPr>
        <p:style>
          <a:lnRef idx="0">
            <a:scrgbClr r="0" g="0" b="0"/>
          </a:lnRef>
          <a:fillRef idx="0">
            <a:scrgbClr r="0" g="0" b="0"/>
          </a:fillRef>
          <a:effectRef idx="0">
            <a:scrgbClr r="0" g="0" b="0"/>
          </a:effectRef>
          <a:fontRef idx="minor"/>
        </p:style>
        <p:txBody>
          <a:bodyPr horzOverflow="overflow" lIns="57240" tIns="28440" rIns="57240" bIns="28440" numCol="1" spcCol="0" anchor="ctr">
            <a:noAutofit/>
          </a:bodyPr>
          <a:lstStyle/>
          <a:p>
            <a:pPr algn="ctr" defTabSz="914400">
              <a:lnSpc>
                <a:spcPct val="100000"/>
              </a:lnSpc>
              <a:tabLst>
                <a:tab pos="0" algn="l"/>
              </a:tabLst>
            </a:pPr>
            <a:endParaRPr lang="en-US" sz="530" b="0" strike="noStrike" spc="-1">
              <a:solidFill>
                <a:srgbClr val="FFFFFF"/>
              </a:solidFill>
              <a:latin typeface="Open Sans"/>
              <a:ea typeface="Open Sans"/>
            </a:endParaRPr>
          </a:p>
        </p:txBody>
      </p:sp>
      <p:sp>
        <p:nvSpPr>
          <p:cNvPr id="737" name="Rectangle 73"/>
          <p:cNvSpPr/>
          <p:nvPr/>
        </p:nvSpPr>
        <p:spPr>
          <a:xfrm>
            <a:off x="3771720" y="3932280"/>
            <a:ext cx="6949800" cy="699120"/>
          </a:xfrm>
          <a:prstGeom prst="rect">
            <a:avLst/>
          </a:prstGeom>
          <a:noFill/>
          <a:ln w="0">
            <a:noFill/>
          </a:ln>
          <a:effectLst>
            <a:outerShdw blurRad="203040" dist="190440" dir="5400000" algn="t" rotWithShape="0">
              <a:srgbClr val="3E91EC">
                <a:alpha val="2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algn="r" defTabSz="914400">
              <a:lnSpc>
                <a:spcPct val="100000"/>
              </a:lnSpc>
              <a:tabLst>
                <a:tab pos="0" algn="l"/>
              </a:tabLst>
            </a:pPr>
            <a:r>
              <a:rPr lang="en-US" sz="4000" b="1" strike="noStrike" spc="-1">
                <a:solidFill>
                  <a:srgbClr val="E32D91"/>
                </a:solidFill>
                <a:latin typeface="Open Sans"/>
                <a:ea typeface="Open Sans"/>
              </a:rPr>
              <a:t>For your attention</a:t>
            </a:r>
            <a:endParaRPr lang="en-US" sz="4000" b="0" strike="noStrike" spc="-1">
              <a:solidFill>
                <a:srgbClr val="000000"/>
              </a:solidFill>
              <a:latin typeface="Arial"/>
            </a:endParaRPr>
          </a:p>
        </p:txBody>
      </p:sp>
      <p:sp>
        <p:nvSpPr>
          <p:cNvPr id="738" name="Oval 74"/>
          <p:cNvSpPr/>
          <p:nvPr/>
        </p:nvSpPr>
        <p:spPr>
          <a:xfrm>
            <a:off x="-127440" y="1242720"/>
            <a:ext cx="99000" cy="99000"/>
          </a:xfrm>
          <a:prstGeom prst="ellipse">
            <a:avLst/>
          </a:prstGeom>
          <a:gradFill rotWithShape="0">
            <a:gsLst>
              <a:gs pos="0">
                <a:srgbClr val="3E91EC"/>
              </a:gs>
              <a:gs pos="100000">
                <a:srgbClr val="3F96EC"/>
              </a:gs>
            </a:gsLst>
            <a:lin ang="0"/>
          </a:gradFill>
          <a:ln w="57150">
            <a:solidFill>
              <a:srgbClr val="146CCB">
                <a:alpha val="30000"/>
              </a:srgbClr>
            </a:solidFill>
            <a:miter/>
          </a:ln>
          <a:effectLst>
            <a:outerShdw blurRad="330120" dist="38160" dir="5400000" algn="t" rotWithShape="0">
              <a:srgbClr val="000000">
                <a:alpha val="31000"/>
              </a:srgbClr>
            </a:outerShdw>
          </a:effectLst>
        </p:spPr>
        <p:style>
          <a:lnRef idx="0">
            <a:scrgbClr r="0" g="0" b="0"/>
          </a:lnRef>
          <a:fillRef idx="0">
            <a:scrgbClr r="0" g="0" b="0"/>
          </a:fillRef>
          <a:effectRef idx="0">
            <a:scrgbClr r="0" g="0" b="0"/>
          </a:effectRef>
          <a:fontRef idx="minor"/>
        </p:style>
        <p:txBody>
          <a:bodyPr horzOverflow="overflow" lIns="57240" tIns="28440" rIns="57240" bIns="28440" numCol="1" spcCol="0" anchor="ctr">
            <a:noAutofit/>
          </a:bodyPr>
          <a:lstStyle/>
          <a:p>
            <a:pPr algn="ctr" defTabSz="914400">
              <a:lnSpc>
                <a:spcPct val="100000"/>
              </a:lnSpc>
              <a:tabLst>
                <a:tab pos="0" algn="l"/>
              </a:tabLst>
            </a:pPr>
            <a:endParaRPr lang="en-US" sz="530" b="0" strike="noStrike" spc="-1">
              <a:solidFill>
                <a:srgbClr val="FFFFFF"/>
              </a:solidFill>
              <a:latin typeface="Calibri"/>
            </a:endParaRPr>
          </a:p>
        </p:txBody>
      </p:sp>
      <p:grpSp>
        <p:nvGrpSpPr>
          <p:cNvPr id="739" name="Group 75"/>
          <p:cNvGrpSpPr/>
          <p:nvPr/>
        </p:nvGrpSpPr>
        <p:grpSpPr>
          <a:xfrm>
            <a:off x="-77400" y="457200"/>
            <a:ext cx="12269880" cy="834480"/>
            <a:chOff x="-77400" y="457200"/>
            <a:chExt cx="12269880" cy="834480"/>
          </a:xfrm>
        </p:grpSpPr>
        <p:sp>
          <p:nvSpPr>
            <p:cNvPr id="740" name="Graphic 60"/>
            <p:cNvSpPr/>
            <p:nvPr/>
          </p:nvSpPr>
          <p:spPr>
            <a:xfrm>
              <a:off x="-77400" y="457200"/>
              <a:ext cx="3586320" cy="834480"/>
            </a:xfrm>
            <a:custGeom>
              <a:avLst/>
              <a:gdLst>
                <a:gd name="textAreaLeft" fmla="*/ 0 w 3586320"/>
                <a:gd name="textAreaRight" fmla="*/ 3587400 w 3586320"/>
                <a:gd name="textAreaTop" fmla="*/ 0 h 834480"/>
                <a:gd name="textAreaBottom" fmla="*/ 835560 h 834480"/>
              </a:gdLst>
              <a:ahLst/>
              <a:cxnLst/>
              <a:rect l="textAreaLeft" t="textAreaTop" r="textAreaRight" b="textAreaBottom"/>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a:solidFill>
                <a:srgbClr val="3E91EC">
                  <a:alpha val="40000"/>
                </a:srgbClr>
              </a:solidFill>
              <a:prstDash val="sysDot"/>
              <a:miter/>
            </a:ln>
          </p:spPr>
          <p:style>
            <a:lnRef idx="0">
              <a:scrgbClr r="0" g="0" b="0"/>
            </a:lnRef>
            <a:fillRef idx="0">
              <a:scrgbClr r="0" g="0" b="0"/>
            </a:fillRef>
            <a:effectRef idx="0">
              <a:scrgbClr r="0" g="0" b="0"/>
            </a:effectRef>
            <a:fontRef idx="minor"/>
          </p:style>
          <p:txBody>
            <a:bodyPr horzOverflow="overflow" lIns="57240" tIns="28440" rIns="57240" bIns="28440" numCol="1" spcCol="0" anchor="ctr">
              <a:noAutofit/>
            </a:bodyPr>
            <a:lstStyle/>
            <a:p>
              <a:pPr algn="ctr" defTabSz="914400">
                <a:lnSpc>
                  <a:spcPct val="100000"/>
                </a:lnSpc>
                <a:tabLst>
                  <a:tab pos="0" algn="l"/>
                </a:tabLst>
              </a:pPr>
              <a:endParaRPr lang="en-US" sz="530" b="0" strike="noStrike" spc="-1">
                <a:solidFill>
                  <a:srgbClr val="FFFFFF"/>
                </a:solidFill>
                <a:latin typeface="Calibri"/>
              </a:endParaRPr>
            </a:p>
          </p:txBody>
        </p:sp>
        <p:cxnSp>
          <p:nvCxnSpPr>
            <p:cNvPr id="741" name="Straight Connector 77"/>
            <p:cNvCxnSpPr/>
            <p:nvPr/>
          </p:nvCxnSpPr>
          <p:spPr>
            <a:xfrm>
              <a:off x="3509640" y="457200"/>
              <a:ext cx="8683200" cy="1080"/>
            </a:xfrm>
            <a:prstGeom prst="straightConnector1">
              <a:avLst/>
            </a:prstGeom>
            <a:ln w="28575">
              <a:solidFill>
                <a:srgbClr val="3E91EC">
                  <a:alpha val="40000"/>
                </a:srgbClr>
              </a:solidFill>
              <a:prstDash val="sysDot"/>
              <a:miter/>
            </a:ln>
          </p:spPr>
        </p:cxnSp>
      </p:grpSp>
      <p:grpSp>
        <p:nvGrpSpPr>
          <p:cNvPr id="742" name="Group 78"/>
          <p:cNvGrpSpPr/>
          <p:nvPr/>
        </p:nvGrpSpPr>
        <p:grpSpPr>
          <a:xfrm>
            <a:off x="0" y="4127760"/>
            <a:ext cx="5704920" cy="666720"/>
            <a:chOff x="0" y="4127760"/>
            <a:chExt cx="5704920" cy="666720"/>
          </a:xfrm>
        </p:grpSpPr>
        <p:sp>
          <p:nvSpPr>
            <p:cNvPr id="743" name="Graphic 60"/>
            <p:cNvSpPr/>
            <p:nvPr/>
          </p:nvSpPr>
          <p:spPr>
            <a:xfrm>
              <a:off x="2846520" y="4127760"/>
              <a:ext cx="2858400" cy="664920"/>
            </a:xfrm>
            <a:custGeom>
              <a:avLst/>
              <a:gdLst>
                <a:gd name="textAreaLeft" fmla="*/ 0 w 2858400"/>
                <a:gd name="textAreaRight" fmla="*/ 2859480 w 2858400"/>
                <a:gd name="textAreaTop" fmla="*/ 0 h 664920"/>
                <a:gd name="textAreaBottom" fmla="*/ 666000 h 664920"/>
              </a:gdLst>
              <a:ahLst/>
              <a:cxnLst/>
              <a:rect l="textAreaLeft" t="textAreaTop" r="textAreaRight" b="textAreaBottom"/>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a:solidFill>
                <a:srgbClr val="3E91EC">
                  <a:alpha val="40000"/>
                </a:srgbClr>
              </a:solidFill>
              <a:prstDash val="sysDot"/>
              <a:miter/>
            </a:ln>
          </p:spPr>
          <p:style>
            <a:lnRef idx="0">
              <a:scrgbClr r="0" g="0" b="0"/>
            </a:lnRef>
            <a:fillRef idx="0">
              <a:scrgbClr r="0" g="0" b="0"/>
            </a:fillRef>
            <a:effectRef idx="0">
              <a:scrgbClr r="0" g="0" b="0"/>
            </a:effectRef>
            <a:fontRef idx="minor"/>
          </p:style>
          <p:txBody>
            <a:bodyPr horzOverflow="overflow" lIns="57240" tIns="28440" rIns="57240" bIns="28440" numCol="1" spcCol="0" anchor="ctr">
              <a:noAutofit/>
            </a:bodyPr>
            <a:lstStyle/>
            <a:p>
              <a:pPr algn="ctr" defTabSz="914400">
                <a:lnSpc>
                  <a:spcPct val="100000"/>
                </a:lnSpc>
                <a:tabLst>
                  <a:tab pos="0" algn="l"/>
                </a:tabLst>
              </a:pPr>
              <a:endParaRPr lang="en-US" sz="530" b="0" strike="noStrike" spc="-1">
                <a:solidFill>
                  <a:srgbClr val="FFFFFF"/>
                </a:solidFill>
                <a:latin typeface="Calibri"/>
              </a:endParaRPr>
            </a:p>
          </p:txBody>
        </p:sp>
        <p:cxnSp>
          <p:nvCxnSpPr>
            <p:cNvPr id="744" name="Straight Connector 80"/>
            <p:cNvCxnSpPr/>
            <p:nvPr/>
          </p:nvCxnSpPr>
          <p:spPr>
            <a:xfrm flipH="1">
              <a:off x="0" y="4793760"/>
              <a:ext cx="2858400" cy="1080"/>
            </a:xfrm>
            <a:prstGeom prst="straightConnector1">
              <a:avLst/>
            </a:prstGeom>
            <a:ln w="28575">
              <a:solidFill>
                <a:srgbClr val="3E91EC">
                  <a:alpha val="40000"/>
                </a:srgbClr>
              </a:solidFill>
              <a:prstDash val="sysDot"/>
              <a:miter/>
            </a:ln>
          </p:spPr>
        </p:cxnSp>
      </p:grpSp>
      <p:sp>
        <p:nvSpPr>
          <p:cNvPr id="745" name="Graphic 60"/>
          <p:cNvSpPr/>
          <p:nvPr/>
        </p:nvSpPr>
        <p:spPr>
          <a:xfrm>
            <a:off x="4248000" y="1028880"/>
            <a:ext cx="8059680" cy="1876680"/>
          </a:xfrm>
          <a:custGeom>
            <a:avLst/>
            <a:gdLst>
              <a:gd name="textAreaLeft" fmla="*/ 0 w 8059680"/>
              <a:gd name="textAreaRight" fmla="*/ 8060760 w 8059680"/>
              <a:gd name="textAreaTop" fmla="*/ 0 h 1876680"/>
              <a:gd name="textAreaBottom" fmla="*/ 1877760 h 1876680"/>
            </a:gdLst>
            <a:ahLst/>
            <a:cxnLst/>
            <a:rect l="textAreaLeft" t="textAreaTop" r="textAreaRight" b="textAreaBottom"/>
            <a:pathLst>
              <a:path w="1676400" h="390525">
                <a:moveTo>
                  <a:pt x="0" y="394764"/>
                </a:moveTo>
                <a:cubicBezTo>
                  <a:pt x="0" y="394764"/>
                  <a:pt x="314687" y="394764"/>
                  <a:pt x="444760" y="394764"/>
                </a:cubicBezTo>
                <a:cubicBezTo>
                  <a:pt x="480127" y="394764"/>
                  <a:pt x="514045" y="380714"/>
                  <a:pt x="539048" y="355711"/>
                </a:cubicBezTo>
                <a:cubicBezTo>
                  <a:pt x="614639" y="280121"/>
                  <a:pt x="780117" y="114643"/>
                  <a:pt x="855697" y="39062"/>
                </a:cubicBezTo>
                <a:cubicBezTo>
                  <a:pt x="880710" y="14049"/>
                  <a:pt x="914629" y="0"/>
                  <a:pt x="949995" y="0"/>
                </a:cubicBezTo>
                <a:cubicBezTo>
                  <a:pt x="1129560" y="0"/>
                  <a:pt x="1685277" y="0"/>
                  <a:pt x="1685277" y="0"/>
                </a:cubicBezTo>
              </a:path>
            </a:pathLst>
          </a:custGeom>
          <a:noFill/>
          <a:ln w="28575">
            <a:solidFill>
              <a:srgbClr val="F2F2F2"/>
            </a:solidFill>
            <a:prstDash val="sysDot"/>
          </a:ln>
        </p:spPr>
        <p:style>
          <a:lnRef idx="2">
            <a:schemeClr val="accent1">
              <a:shade val="50000"/>
            </a:schemeClr>
          </a:lnRef>
          <a:fillRef idx="1">
            <a:schemeClr val="accent1"/>
          </a:fillRef>
          <a:effectRef idx="0">
            <a:schemeClr val="accent1"/>
          </a:effectRef>
          <a:fontRef idx="minor"/>
        </p:style>
        <p:txBody>
          <a:bodyPr horzOverflow="overflow" lIns="57240" tIns="28440" rIns="57240" bIns="28440" numCol="1" spcCol="0" anchor="ctr">
            <a:noAutofit/>
          </a:bodyPr>
          <a:lstStyle/>
          <a:p>
            <a:pPr algn="ctr" defTabSz="914400">
              <a:lnSpc>
                <a:spcPct val="100000"/>
              </a:lnSpc>
            </a:pPr>
            <a:endParaRPr lang="en-US" sz="530" b="0" strike="noStrike" spc="-1">
              <a:solidFill>
                <a:schemeClr val="lt1"/>
              </a:solidFill>
              <a:latin typeface="Calibri"/>
            </a:endParaRPr>
          </a:p>
        </p:txBody>
      </p:sp>
      <p:sp>
        <p:nvSpPr>
          <p:cNvPr id="746" name="TextBox 1"/>
          <p:cNvSpPr/>
          <p:nvPr/>
        </p:nvSpPr>
        <p:spPr>
          <a:xfrm>
            <a:off x="9613800" y="6600960"/>
            <a:ext cx="16124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GB" sz="1200" b="1" strike="noStrike" spc="-1">
                <a:solidFill>
                  <a:schemeClr val="lt1"/>
                </a:solidFill>
                <a:latin typeface="Open Sans"/>
                <a:ea typeface="Open Sans"/>
              </a:rPr>
              <a:t>Copyright © 2026</a:t>
            </a:r>
            <a:endParaRPr lang="en-US" sz="1200" b="0" strike="noStrike" spc="-1">
              <a:solidFill>
                <a:srgbClr val="000000"/>
              </a:solidFill>
              <a:latin typeface="Arial"/>
            </a:endParaRPr>
          </a:p>
        </p:txBody>
      </p:sp>
      <p:sp>
        <p:nvSpPr>
          <p:cNvPr id="747" name="Rectangle 2"/>
          <p:cNvSpPr/>
          <p:nvPr/>
        </p:nvSpPr>
        <p:spPr>
          <a:xfrm rot="10800000" flipV="1">
            <a:off x="1080" y="30240"/>
            <a:ext cx="12187800" cy="410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2880" rIns="90000" bIns="-2880" anchor="ctr">
            <a:noAutofit/>
          </a:bodyPr>
          <a:lstStyle/>
          <a:p>
            <a:pPr algn="ctr" defTabSz="914400">
              <a:lnSpc>
                <a:spcPct val="100000"/>
              </a:lnSpc>
              <a:tabLst>
                <a:tab pos="0" algn="l"/>
              </a:tabLst>
            </a:pPr>
            <a:endParaRPr lang="en-US" sz="1800" b="0" strike="noStrike" spc="-1">
              <a:solidFill>
                <a:schemeClr val="accent5"/>
              </a:solidFill>
              <a:latin typeface="Arial"/>
            </a:endParaRPr>
          </a:p>
        </p:txBody>
      </p:sp>
      <p:sp>
        <p:nvSpPr>
          <p:cNvPr id="748" name="Rectangle 3"/>
          <p:cNvSpPr/>
          <p:nvPr/>
        </p:nvSpPr>
        <p:spPr>
          <a:xfrm>
            <a:off x="0" y="1967760"/>
            <a:ext cx="11571840" cy="2345040"/>
          </a:xfrm>
          <a:prstGeom prst="rect">
            <a:avLst/>
          </a:prstGeom>
          <a:noFill/>
          <a:ln w="0">
            <a:noFill/>
          </a:ln>
          <a:effectLst>
            <a:outerShdw blurRad="203040" dist="190440" dir="5400000" algn="t" rotWithShape="0">
              <a:srgbClr val="3E91EC">
                <a:alpha val="20000"/>
              </a:srgbClr>
            </a:outerShdw>
          </a:effectLst>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tabLst>
                <a:tab pos="0" algn="l"/>
              </a:tabLst>
            </a:pPr>
            <a:r>
              <a:rPr lang="en-US" sz="14800" b="1" strike="noStrike" spc="-1">
                <a:solidFill>
                  <a:srgbClr val="152B77"/>
                </a:solidFill>
                <a:latin typeface="Open Sans"/>
                <a:ea typeface="Open Sans"/>
              </a:rPr>
              <a:t>Thank You</a:t>
            </a:r>
            <a:endParaRPr lang="en-US" sz="14800" b="0" strike="noStrike" spc="-1">
              <a:solidFill>
                <a:srgbClr val="000000"/>
              </a:solidFill>
              <a:latin typeface="Arial"/>
            </a:endParaRPr>
          </a:p>
        </p:txBody>
      </p:sp>
      <p:pic>
        <p:nvPicPr>
          <p:cNvPr id="749" name="Picture 4" descr="A purple and blue logo&#10;&#10;Description automatically generated"/>
          <p:cNvPicPr/>
          <p:nvPr/>
        </p:nvPicPr>
        <p:blipFill>
          <a:blip r:embed="rId5"/>
          <a:stretch/>
        </p:blipFill>
        <p:spPr>
          <a:xfrm>
            <a:off x="375480" y="153720"/>
            <a:ext cx="2481120" cy="1441800"/>
          </a:xfrm>
          <a:prstGeom prst="rect">
            <a:avLst/>
          </a:prstGeom>
          <a:ln w="0">
            <a:noFill/>
          </a:ln>
        </p:spPr>
      </p:pic>
      <p:pic>
        <p:nvPicPr>
          <p:cNvPr id="3" name="Graphic 2" descr="Envelope outline">
            <a:extLst>
              <a:ext uri="{FF2B5EF4-FFF2-40B4-BE49-F238E27FC236}">
                <a16:creationId xmlns:a16="http://schemas.microsoft.com/office/drawing/2014/main" id="{FD4E2672-F582-489B-878D-F216624C31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9100" y="4971179"/>
            <a:ext cx="662400" cy="662400"/>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737"/>
                                        </p:tgtEl>
                                        <p:attrNameLst>
                                          <p:attrName>style.visibility</p:attrName>
                                        </p:attrNameLst>
                                      </p:cBhvr>
                                      <p:to>
                                        <p:strVal val="visible"/>
                                      </p:to>
                                    </p:set>
                                    <p:anim calcmode="lin" valueType="num">
                                      <p:cBhvr additive="repl">
                                        <p:cTn id="7" dur="1250" fill="hold"/>
                                        <p:tgtEl>
                                          <p:spTgt spid="737"/>
                                        </p:tgtEl>
                                        <p:attrNameLst>
                                          <p:attrName>ppt_x</p:attrName>
                                        </p:attrNameLst>
                                      </p:cBhvr>
                                      <p:tavLst>
                                        <p:tav tm="0">
                                          <p:val>
                                            <p:strVal val="1+#ppt_w/2"/>
                                          </p:val>
                                        </p:tav>
                                        <p:tav tm="100000">
                                          <p:val>
                                            <p:strVal val="#ppt_x"/>
                                          </p:val>
                                        </p:tav>
                                      </p:tavLst>
                                    </p:anim>
                                    <p:anim calcmode="lin" valueType="num">
                                      <p:cBhvr additive="repl">
                                        <p:cTn id="8" dur="1250" fill="hold"/>
                                        <p:tgtEl>
                                          <p:spTgt spid="737"/>
                                        </p:tgtEl>
                                        <p:attrNameLst>
                                          <p:attrName>ppt_y</p:attrName>
                                        </p:attrNameLst>
                                      </p:cBhvr>
                                      <p:tavLst>
                                        <p:tav tm="0">
                                          <p:val>
                                            <p:strVal val="#ppt_y"/>
                                          </p:val>
                                        </p:tav>
                                        <p:tav tm="100000">
                                          <p:val>
                                            <p:strVal val="#ppt_y"/>
                                          </p:val>
                                        </p:tav>
                                      </p:tavLst>
                                    </p:anim>
                                  </p:childTnLst>
                                </p:cTn>
                              </p:par>
                              <p:par>
                                <p:cTn id="9" presetClass="path" repeatCount="indefinite" autoRev="1" fill="hold" nodeType="withEffect">
                                  <p:stCondLst>
                                    <p:cond delay="250"/>
                                  </p:stCondLst>
                                  <p:childTnLst>
                                    <p:animMotion origin="layout" path="M -8.67362E-019 -0.00024 C 0.02878 -0.00024 0.07539 0.00856 0.08685 -0.00417 C 0.09831 -0.01713 0.14505 -0.10324 0.16055 -0.11945 C 0.17904 -0.12917 0.87786 -0.11598 1.01784 -0.11713 E">
                                      <p:cBhvr>
                                        <p:cTn id="10" dur="4750" fill="hold"/>
                                        <p:tgtEl>
                                          <p:spTgt spid="738"/>
                                        </p:tgtEl>
                                        <p:attrNameLst>
                                          <p:attrName>ppt_x</p:attrName>
                                          <p:attrName>ppt_y</p:attrName>
                                        </p:attrNameLst>
                                      </p:cBhvr>
                                    </p:animMotion>
                                  </p:childTnLst>
                                </p:cTn>
                              </p:par>
                              <p:par>
                                <p:cTn id="11" presetID="22" presetClass="entr" presetSubtype="8" fill="hold" nodeType="withEffect">
                                  <p:stCondLst>
                                    <p:cond delay="750"/>
                                  </p:stCondLst>
                                  <p:childTnLst>
                                    <p:set>
                                      <p:cBhvr>
                                        <p:cTn id="12" dur="1" fill="hold">
                                          <p:stCondLst>
                                            <p:cond delay="0"/>
                                          </p:stCondLst>
                                        </p:cTn>
                                        <p:tgtEl>
                                          <p:spTgt spid="742"/>
                                        </p:tgtEl>
                                        <p:attrNameLst>
                                          <p:attrName>style.visibility</p:attrName>
                                        </p:attrNameLst>
                                      </p:cBhvr>
                                      <p:to>
                                        <p:strVal val="visible"/>
                                      </p:to>
                                    </p:set>
                                    <p:animEffect transition="in" filter="wipe(left)">
                                      <p:cBhvr additive="repl">
                                        <p:cTn id="13" dur="500"/>
                                        <p:tgtEl>
                                          <p:spTgt spid="742"/>
                                        </p:tgtEl>
                                      </p:cBhvr>
                                    </p:animEffect>
                                  </p:childTnLst>
                                </p:cTn>
                              </p:par>
                              <p:par>
                                <p:cTn id="14" presetID="22" presetClass="entr" presetSubtype="2" fill="hold" nodeType="withEffect">
                                  <p:stCondLst>
                                    <p:cond delay="750"/>
                                  </p:stCondLst>
                                  <p:childTnLst>
                                    <p:set>
                                      <p:cBhvr>
                                        <p:cTn id="15" dur="1" fill="hold">
                                          <p:stCondLst>
                                            <p:cond delay="0"/>
                                          </p:stCondLst>
                                        </p:cTn>
                                        <p:tgtEl>
                                          <p:spTgt spid="736"/>
                                        </p:tgtEl>
                                        <p:attrNameLst>
                                          <p:attrName>style.visibility</p:attrName>
                                        </p:attrNameLst>
                                      </p:cBhvr>
                                      <p:to>
                                        <p:strVal val="visible"/>
                                      </p:to>
                                    </p:set>
                                    <p:animEffect transition="in" filter="wipe(right)">
                                      <p:cBhvr additive="repl">
                                        <p:cTn id="16" dur="500"/>
                                        <p:tgtEl>
                                          <p:spTgt spid="736"/>
                                        </p:tgtEl>
                                      </p:cBhvr>
                                    </p:animEffect>
                                  </p:childTnLst>
                                </p:cTn>
                              </p:par>
                              <p:par>
                                <p:cTn id="17" presetID="22" presetClass="entr" presetSubtype="8" fill="hold" nodeType="withEffect">
                                  <p:stCondLst>
                                    <p:cond delay="750"/>
                                  </p:stCondLst>
                                  <p:childTnLst>
                                    <p:set>
                                      <p:cBhvr>
                                        <p:cTn id="18" dur="1" fill="hold">
                                          <p:stCondLst>
                                            <p:cond delay="0"/>
                                          </p:stCondLst>
                                        </p:cTn>
                                        <p:tgtEl>
                                          <p:spTgt spid="739"/>
                                        </p:tgtEl>
                                        <p:attrNameLst>
                                          <p:attrName>style.visibility</p:attrName>
                                        </p:attrNameLst>
                                      </p:cBhvr>
                                      <p:to>
                                        <p:strVal val="visible"/>
                                      </p:to>
                                    </p:set>
                                    <p:animEffect transition="in" filter="wipe(left)">
                                      <p:cBhvr additive="repl">
                                        <p:cTn id="19" dur="500"/>
                                        <p:tgtEl>
                                          <p:spTgt spid="739"/>
                                        </p:tgtEl>
                                      </p:cBhvr>
                                    </p:animEffect>
                                  </p:childTnLst>
                                </p:cTn>
                              </p:par>
                              <p:par>
                                <p:cTn id="20" presetID="22" presetClass="entr" presetSubtype="2" fill="hold" nodeType="withEffect">
                                  <p:stCondLst>
                                    <p:cond delay="750"/>
                                  </p:stCondLst>
                                  <p:childTnLst>
                                    <p:set>
                                      <p:cBhvr>
                                        <p:cTn id="21" dur="1" fill="hold">
                                          <p:stCondLst>
                                            <p:cond delay="0"/>
                                          </p:stCondLst>
                                        </p:cTn>
                                        <p:tgtEl>
                                          <p:spTgt spid="745"/>
                                        </p:tgtEl>
                                        <p:attrNameLst>
                                          <p:attrName>style.visibility</p:attrName>
                                        </p:attrNameLst>
                                      </p:cBhvr>
                                      <p:to>
                                        <p:strVal val="visible"/>
                                      </p:to>
                                    </p:set>
                                    <p:animEffect transition="in" filter="wipe(right)">
                                      <p:cBhvr additive="repl">
                                        <p:cTn id="22" dur="500"/>
                                        <p:tgtEl>
                                          <p:spTgt spid="745"/>
                                        </p:tgtEl>
                                      </p:cBhvr>
                                    </p:animEffect>
                                  </p:childTnLst>
                                </p:cTn>
                              </p:par>
                              <p:par>
                                <p:cTn id="23" presetID="2" presetClass="entr" presetSubtype="4" fill="hold" nodeType="withEffect">
                                  <p:stCondLst>
                                    <p:cond delay="0"/>
                                  </p:stCondLst>
                                  <p:childTnLst>
                                    <p:set>
                                      <p:cBhvr>
                                        <p:cTn id="24" dur="1" fill="hold">
                                          <p:stCondLst>
                                            <p:cond delay="0"/>
                                          </p:stCondLst>
                                        </p:cTn>
                                        <p:tgtEl>
                                          <p:spTgt spid="731"/>
                                        </p:tgtEl>
                                        <p:attrNameLst>
                                          <p:attrName>style.visibility</p:attrName>
                                        </p:attrNameLst>
                                      </p:cBhvr>
                                      <p:to>
                                        <p:strVal val="visible"/>
                                      </p:to>
                                    </p:set>
                                    <p:anim calcmode="lin" valueType="num">
                                      <p:cBhvr additive="repl">
                                        <p:cTn id="25" dur="1250" fill="hold"/>
                                        <p:tgtEl>
                                          <p:spTgt spid="731"/>
                                        </p:tgtEl>
                                        <p:attrNameLst>
                                          <p:attrName>ppt_x</p:attrName>
                                        </p:attrNameLst>
                                      </p:cBhvr>
                                      <p:tavLst>
                                        <p:tav tm="0">
                                          <p:val>
                                            <p:strVal val="#ppt_x"/>
                                          </p:val>
                                        </p:tav>
                                        <p:tav tm="100000">
                                          <p:val>
                                            <p:strVal val="#ppt_x"/>
                                          </p:val>
                                        </p:tav>
                                      </p:tavLst>
                                    </p:anim>
                                    <p:anim calcmode="lin" valueType="num">
                                      <p:cBhvr additive="repl">
                                        <p:cTn id="26" dur="1250" fill="hold"/>
                                        <p:tgtEl>
                                          <p:spTgt spid="731"/>
                                        </p:tgtEl>
                                        <p:attrNameLst>
                                          <p:attrName>ppt_y</p:attrName>
                                        </p:attrNameLst>
                                      </p:cBhvr>
                                      <p:tavLst>
                                        <p:tav tm="0">
                                          <p:val>
                                            <p:strVal val="1+#ppt_h/2"/>
                                          </p:val>
                                        </p:tav>
                                        <p:tav tm="100000">
                                          <p:val>
                                            <p:strVal val="#ppt_y"/>
                                          </p:val>
                                        </p:tav>
                                      </p:tavLst>
                                    </p:anim>
                                  </p:childTnLst>
                                </p:cTn>
                              </p:par>
                              <p:par>
                                <p:cTn id="27" presetID="2" presetClass="entr" presetSubtype="1" fill="hold" nodeType="withEffect">
                                  <p:stCondLst>
                                    <p:cond delay="0"/>
                                  </p:stCondLst>
                                  <p:childTnLst>
                                    <p:set>
                                      <p:cBhvr>
                                        <p:cTn id="28" dur="1" fill="hold">
                                          <p:stCondLst>
                                            <p:cond delay="0"/>
                                          </p:stCondLst>
                                        </p:cTn>
                                        <p:tgtEl>
                                          <p:spTgt spid="733"/>
                                        </p:tgtEl>
                                        <p:attrNameLst>
                                          <p:attrName>style.visibility</p:attrName>
                                        </p:attrNameLst>
                                      </p:cBhvr>
                                      <p:to>
                                        <p:strVal val="visible"/>
                                      </p:to>
                                    </p:set>
                                    <p:anim calcmode="lin" valueType="num">
                                      <p:cBhvr additive="repl">
                                        <p:cTn id="29" dur="1250" fill="hold"/>
                                        <p:tgtEl>
                                          <p:spTgt spid="733"/>
                                        </p:tgtEl>
                                        <p:attrNameLst>
                                          <p:attrName>ppt_x</p:attrName>
                                        </p:attrNameLst>
                                      </p:cBhvr>
                                      <p:tavLst>
                                        <p:tav tm="0">
                                          <p:val>
                                            <p:strVal val="#ppt_x"/>
                                          </p:val>
                                        </p:tav>
                                        <p:tav tm="100000">
                                          <p:val>
                                            <p:strVal val="#ppt_x"/>
                                          </p:val>
                                        </p:tav>
                                      </p:tavLst>
                                    </p:anim>
                                    <p:anim calcmode="lin" valueType="num">
                                      <p:cBhvr additive="repl">
                                        <p:cTn id="30" dur="1250" fill="hold"/>
                                        <p:tgtEl>
                                          <p:spTgt spid="733"/>
                                        </p:tgtEl>
                                        <p:attrNameLst>
                                          <p:attrName>ppt_y</p:attrName>
                                        </p:attrNameLst>
                                      </p:cBhvr>
                                      <p:tavLst>
                                        <p:tav tm="0">
                                          <p:val>
                                            <p:strVal val="0-#ppt_h/2"/>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748"/>
                                        </p:tgtEl>
                                        <p:attrNameLst>
                                          <p:attrName>style.visibility</p:attrName>
                                        </p:attrNameLst>
                                      </p:cBhvr>
                                      <p:to>
                                        <p:strVal val="visible"/>
                                      </p:to>
                                    </p:set>
                                    <p:anim calcmode="lin" valueType="num">
                                      <p:cBhvr additive="repl">
                                        <p:cTn id="33" dur="1250" fill="hold"/>
                                        <p:tgtEl>
                                          <p:spTgt spid="748"/>
                                        </p:tgtEl>
                                        <p:attrNameLst>
                                          <p:attrName>ppt_x</p:attrName>
                                        </p:attrNameLst>
                                      </p:cBhvr>
                                      <p:tavLst>
                                        <p:tav tm="0">
                                          <p:val>
                                            <p:strVal val="1+#ppt_w/2"/>
                                          </p:val>
                                        </p:tav>
                                        <p:tav tm="100000">
                                          <p:val>
                                            <p:strVal val="#ppt_x"/>
                                          </p:val>
                                        </p:tav>
                                      </p:tavLst>
                                    </p:anim>
                                    <p:anim calcmode="lin" valueType="num">
                                      <p:cBhvr additive="repl">
                                        <p:cTn id="34" dur="1250" fill="hold"/>
                                        <p:tgtEl>
                                          <p:spTgt spid="7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Rectangle 14"/>
          <p:cNvSpPr/>
          <p:nvPr/>
        </p:nvSpPr>
        <p:spPr>
          <a:xfrm>
            <a:off x="0" y="2028240"/>
            <a:ext cx="543600" cy="347832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51" name="Rectangle 15"/>
          <p:cNvSpPr/>
          <p:nvPr/>
        </p:nvSpPr>
        <p:spPr>
          <a:xfrm>
            <a:off x="633960" y="920880"/>
            <a:ext cx="3436560" cy="5639040"/>
          </a:xfrm>
          <a:prstGeom prst="rect">
            <a:avLst/>
          </a:prstGeom>
          <a:noFill/>
          <a:ln w="0">
            <a:solidFill>
              <a:srgbClr val="943AAC"/>
            </a:solidFill>
          </a:ln>
        </p:spPr>
        <p:style>
          <a:lnRef idx="0">
            <a:scrgbClr r="0" g="0" b="0"/>
          </a:lnRef>
          <a:fillRef idx="0">
            <a:scrgbClr r="0" g="0" b="0"/>
          </a:fillRef>
          <a:effectRef idx="0">
            <a:scrgbClr r="0" g="0" b="0"/>
          </a:effectRef>
          <a:fontRef idx="minor"/>
        </p:style>
        <p:txBody>
          <a:bodyPr horzOverflow="overflow" lIns="90000" tIns="45000" rIns="90000" bIns="45000" numCol="1" spcCol="0" anchor="ctr">
            <a:noAutofit/>
          </a:bodyPr>
          <a:lstStyle/>
          <a:p>
            <a:pPr algn="ctr" defTabSz="914400">
              <a:lnSpc>
                <a:spcPct val="100000"/>
              </a:lnSpc>
              <a:tabLst>
                <a:tab pos="0" algn="l"/>
              </a:tabLst>
            </a:pPr>
            <a:endParaRPr lang="en-US" sz="1800" b="0" strike="noStrike" spc="-1">
              <a:solidFill>
                <a:srgbClr val="FFFFFF"/>
              </a:solidFill>
              <a:latin typeface="Arial"/>
            </a:endParaRPr>
          </a:p>
        </p:txBody>
      </p:sp>
      <p:sp>
        <p:nvSpPr>
          <p:cNvPr id="752"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IN" sz="3200" b="1" strike="noStrike" spc="-1">
                <a:solidFill>
                  <a:schemeClr val="accent5"/>
                </a:solidFill>
                <a:latin typeface="Noto Sans"/>
                <a:ea typeface="Noto Sans"/>
              </a:rPr>
              <a:t>Event Organisers</a:t>
            </a:r>
            <a:endParaRPr lang="en-US" sz="3200" b="0" strike="noStrike" spc="-1">
              <a:solidFill>
                <a:srgbClr val="000000"/>
              </a:solidFill>
              <a:latin typeface="Arial"/>
            </a:endParaRPr>
          </a:p>
        </p:txBody>
      </p:sp>
      <p:sp>
        <p:nvSpPr>
          <p:cNvPr id="753" name="PlaceHolder 2"/>
          <p:cNvSpPr>
            <a:spLocks noGrp="1"/>
          </p:cNvSpPr>
          <p:nvPr>
            <p:ph type="sldNum" idx="61"/>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0" strike="noStrike" spc="-1">
                <a:solidFill>
                  <a:srgbClr val="FFFFFF"/>
                </a:solidFill>
                <a:latin typeface="Arial"/>
                <a:ea typeface="Open Sans"/>
              </a:defRPr>
            </a:lvl1pPr>
          </a:lstStyle>
          <a:p>
            <a:pPr indent="0" algn="ctr" defTabSz="914400">
              <a:lnSpc>
                <a:spcPct val="100000"/>
              </a:lnSpc>
              <a:buNone/>
              <a:tabLst>
                <a:tab pos="0" algn="l"/>
              </a:tabLst>
            </a:pPr>
            <a:fld id="{7F2CDB7D-F04D-4F52-8FB9-B91746AFB3C8}" type="slidenum">
              <a:rPr lang="en-IN" sz="800" b="0" strike="noStrike" spc="-1">
                <a:solidFill>
                  <a:srgbClr val="FFFFFF"/>
                </a:solidFill>
                <a:latin typeface="Arial"/>
                <a:ea typeface="Open Sans"/>
              </a:rPr>
              <a:t>20</a:t>
            </a:fld>
            <a:endParaRPr lang="en-US" sz="800" b="0" strike="noStrike" spc="-1">
              <a:solidFill>
                <a:srgbClr val="000000"/>
              </a:solidFill>
              <a:latin typeface="Times New Roman"/>
            </a:endParaRPr>
          </a:p>
        </p:txBody>
      </p:sp>
      <p:grpSp>
        <p:nvGrpSpPr>
          <p:cNvPr id="754" name="Group 56"/>
          <p:cNvGrpSpPr/>
          <p:nvPr/>
        </p:nvGrpSpPr>
        <p:grpSpPr>
          <a:xfrm>
            <a:off x="43920" y="4649400"/>
            <a:ext cx="160200" cy="799920"/>
            <a:chOff x="43920" y="4649400"/>
            <a:chExt cx="160200" cy="799920"/>
          </a:xfrm>
        </p:grpSpPr>
        <p:grpSp>
          <p:nvGrpSpPr>
            <p:cNvPr id="755" name="Group 21"/>
            <p:cNvGrpSpPr/>
            <p:nvPr/>
          </p:nvGrpSpPr>
          <p:grpSpPr>
            <a:xfrm>
              <a:off x="43920" y="5289120"/>
              <a:ext cx="160200" cy="160200"/>
              <a:chOff x="43920" y="5289120"/>
              <a:chExt cx="160200" cy="160200"/>
            </a:xfrm>
          </p:grpSpPr>
          <p:cxnSp>
            <p:nvCxnSpPr>
              <p:cNvPr id="756" name="Straight Connector 30"/>
              <p:cNvCxnSpPr/>
              <p:nvPr/>
            </p:nvCxnSpPr>
            <p:spPr>
              <a:xfrm flipV="1">
                <a:off x="123840" y="5289120"/>
                <a:ext cx="1080" cy="160560"/>
              </a:xfrm>
              <a:prstGeom prst="straightConnector1">
                <a:avLst/>
              </a:prstGeom>
              <a:ln w="12700">
                <a:solidFill>
                  <a:srgbClr val="FFFFFF"/>
                </a:solidFill>
                <a:miter/>
              </a:ln>
            </p:spPr>
          </p:cxnSp>
          <p:cxnSp>
            <p:nvCxnSpPr>
              <p:cNvPr id="757" name="Straight Connector 31"/>
              <p:cNvCxnSpPr/>
              <p:nvPr/>
            </p:nvCxnSpPr>
            <p:spPr>
              <a:xfrm flipH="1">
                <a:off x="43920" y="5368680"/>
                <a:ext cx="160560" cy="1080"/>
              </a:xfrm>
              <a:prstGeom prst="straightConnector1">
                <a:avLst/>
              </a:prstGeom>
              <a:ln w="12700">
                <a:solidFill>
                  <a:srgbClr val="FFFFFF"/>
                </a:solidFill>
                <a:miter/>
              </a:ln>
            </p:spPr>
          </p:cxnSp>
        </p:grpSp>
        <p:grpSp>
          <p:nvGrpSpPr>
            <p:cNvPr id="758" name="Group 22"/>
            <p:cNvGrpSpPr/>
            <p:nvPr/>
          </p:nvGrpSpPr>
          <p:grpSpPr>
            <a:xfrm>
              <a:off x="106560" y="4649400"/>
              <a:ext cx="33840" cy="582840"/>
              <a:chOff x="106560" y="4649400"/>
              <a:chExt cx="33840" cy="582840"/>
            </a:xfrm>
          </p:grpSpPr>
          <p:sp>
            <p:nvSpPr>
              <p:cNvPr id="759" name="Oval 23"/>
              <p:cNvSpPr/>
              <p:nvPr/>
            </p:nvSpPr>
            <p:spPr>
              <a:xfrm flipV="1">
                <a:off x="106560" y="5198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0" name="Oval 24"/>
              <p:cNvSpPr/>
              <p:nvPr/>
            </p:nvSpPr>
            <p:spPr>
              <a:xfrm flipV="1">
                <a:off x="106560" y="510696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1" name="Oval 25"/>
              <p:cNvSpPr/>
              <p:nvPr/>
            </p:nvSpPr>
            <p:spPr>
              <a:xfrm flipV="1">
                <a:off x="106560" y="501552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2" name="Oval 26"/>
              <p:cNvSpPr/>
              <p:nvPr/>
            </p:nvSpPr>
            <p:spPr>
              <a:xfrm flipV="1">
                <a:off x="106560" y="492408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3" name="Oval 27"/>
              <p:cNvSpPr/>
              <p:nvPr/>
            </p:nvSpPr>
            <p:spPr>
              <a:xfrm flipV="1">
                <a:off x="106560" y="48326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4" name="Oval 28"/>
              <p:cNvSpPr/>
              <p:nvPr/>
            </p:nvSpPr>
            <p:spPr>
              <a:xfrm flipV="1">
                <a:off x="106560" y="47408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65" name="Oval 29"/>
              <p:cNvSpPr/>
              <p:nvPr/>
            </p:nvSpPr>
            <p:spPr>
              <a:xfrm flipV="1">
                <a:off x="106560" y="4649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sp>
        <p:nvSpPr>
          <p:cNvPr id="766" name="Rectangle 32"/>
          <p:cNvSpPr/>
          <p:nvPr/>
        </p:nvSpPr>
        <p:spPr>
          <a:xfrm>
            <a:off x="4016160" y="1031040"/>
            <a:ext cx="389160" cy="541908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cxnSp>
        <p:nvCxnSpPr>
          <p:cNvPr id="767" name="Straight Connector 52"/>
          <p:cNvCxnSpPr/>
          <p:nvPr/>
        </p:nvCxnSpPr>
        <p:spPr>
          <a:xfrm>
            <a:off x="4161960" y="1028520"/>
            <a:ext cx="1080" cy="5411160"/>
          </a:xfrm>
          <a:prstGeom prst="straightConnector1">
            <a:avLst/>
          </a:prstGeom>
          <a:ln w="0">
            <a:solidFill>
              <a:srgbClr val="F2F2F2"/>
            </a:solidFill>
          </a:ln>
        </p:spPr>
      </p:cxnSp>
      <p:cxnSp>
        <p:nvCxnSpPr>
          <p:cNvPr id="768" name="Straight Connector 53"/>
          <p:cNvCxnSpPr/>
          <p:nvPr/>
        </p:nvCxnSpPr>
        <p:spPr>
          <a:xfrm>
            <a:off x="4184640" y="1028520"/>
            <a:ext cx="1080" cy="5411160"/>
          </a:xfrm>
          <a:prstGeom prst="straightConnector1">
            <a:avLst/>
          </a:prstGeom>
          <a:ln w="0">
            <a:solidFill>
              <a:srgbClr val="F2F2F2"/>
            </a:solidFill>
          </a:ln>
        </p:spPr>
      </p:cxnSp>
      <p:grpSp>
        <p:nvGrpSpPr>
          <p:cNvPr id="769" name="Group 35"/>
          <p:cNvGrpSpPr/>
          <p:nvPr/>
        </p:nvGrpSpPr>
        <p:grpSpPr>
          <a:xfrm>
            <a:off x="4129920" y="3557520"/>
            <a:ext cx="240840" cy="88920"/>
            <a:chOff x="4129920" y="3557520"/>
            <a:chExt cx="240840" cy="88920"/>
          </a:xfrm>
        </p:grpSpPr>
        <p:cxnSp>
          <p:nvCxnSpPr>
            <p:cNvPr id="770" name="Straight Arrow Connector 49"/>
            <p:cNvCxnSpPr/>
            <p:nvPr/>
          </p:nvCxnSpPr>
          <p:spPr>
            <a:xfrm>
              <a:off x="4214520" y="3602160"/>
              <a:ext cx="156600" cy="1080"/>
            </a:xfrm>
            <a:prstGeom prst="straightConnector1">
              <a:avLst/>
            </a:prstGeom>
            <a:ln w="0">
              <a:solidFill>
                <a:srgbClr val="FFFFFF"/>
              </a:solidFill>
              <a:tailEnd type="triangle" w="med" len="med"/>
            </a:ln>
          </p:spPr>
        </p:cxnSp>
        <p:sp>
          <p:nvSpPr>
            <p:cNvPr id="771" name="Oval 48"/>
            <p:cNvSpPr/>
            <p:nvPr/>
          </p:nvSpPr>
          <p:spPr>
            <a:xfrm>
              <a:off x="4129920" y="3557520"/>
              <a:ext cx="91440" cy="88920"/>
            </a:xfrm>
            <a:prstGeom prst="ellipse">
              <a:avLst/>
            </a:prstGeom>
            <a:solidFill>
              <a:schemeClr val="accent2"/>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772" name="Group 58"/>
          <p:cNvGrpSpPr/>
          <p:nvPr/>
        </p:nvGrpSpPr>
        <p:grpSpPr>
          <a:xfrm>
            <a:off x="4129920" y="1412280"/>
            <a:ext cx="240840" cy="88920"/>
            <a:chOff x="4129920" y="1412280"/>
            <a:chExt cx="240840" cy="88920"/>
          </a:xfrm>
        </p:grpSpPr>
        <p:cxnSp>
          <p:nvCxnSpPr>
            <p:cNvPr id="773" name="Straight Arrow Connector 51"/>
            <p:cNvCxnSpPr/>
            <p:nvPr/>
          </p:nvCxnSpPr>
          <p:spPr>
            <a:xfrm>
              <a:off x="4214520" y="1457280"/>
              <a:ext cx="156600" cy="1080"/>
            </a:xfrm>
            <a:prstGeom prst="straightConnector1">
              <a:avLst/>
            </a:prstGeom>
            <a:ln w="0">
              <a:solidFill>
                <a:srgbClr val="FFFFFF"/>
              </a:solidFill>
              <a:tailEnd type="triangle" w="med" len="med"/>
            </a:ln>
          </p:spPr>
        </p:cxnSp>
        <p:sp>
          <p:nvSpPr>
            <p:cNvPr id="774" name="Oval 50"/>
            <p:cNvSpPr/>
            <p:nvPr/>
          </p:nvSpPr>
          <p:spPr>
            <a:xfrm>
              <a:off x="4129920" y="141228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775" name="Group 59"/>
          <p:cNvGrpSpPr/>
          <p:nvPr/>
        </p:nvGrpSpPr>
        <p:grpSpPr>
          <a:xfrm>
            <a:off x="4129920" y="5982120"/>
            <a:ext cx="240840" cy="88920"/>
            <a:chOff x="4129920" y="5982120"/>
            <a:chExt cx="240840" cy="88920"/>
          </a:xfrm>
        </p:grpSpPr>
        <p:cxnSp>
          <p:nvCxnSpPr>
            <p:cNvPr id="776" name="Straight Arrow Connector 47"/>
            <p:cNvCxnSpPr/>
            <p:nvPr/>
          </p:nvCxnSpPr>
          <p:spPr>
            <a:xfrm>
              <a:off x="4214520" y="6026760"/>
              <a:ext cx="156600" cy="1080"/>
            </a:xfrm>
            <a:prstGeom prst="straightConnector1">
              <a:avLst/>
            </a:prstGeom>
            <a:ln w="0">
              <a:solidFill>
                <a:srgbClr val="FFFFFF"/>
              </a:solidFill>
              <a:tailEnd type="triangle" w="med" len="med"/>
            </a:ln>
          </p:spPr>
        </p:cxnSp>
        <p:sp>
          <p:nvSpPr>
            <p:cNvPr id="777" name="Oval 46"/>
            <p:cNvSpPr/>
            <p:nvPr/>
          </p:nvSpPr>
          <p:spPr>
            <a:xfrm>
              <a:off x="4129920" y="598212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pic>
        <p:nvPicPr>
          <p:cNvPr id="778" name="Picture 43" descr="Background pattern&#10;&#10;Description automatically generated"/>
          <p:cNvPicPr/>
          <p:nvPr/>
        </p:nvPicPr>
        <p:blipFill>
          <a:blip r:embed="rId3"/>
          <a:stretch/>
        </p:blipFill>
        <p:spPr>
          <a:xfrm>
            <a:off x="4534920" y="1016280"/>
            <a:ext cx="902880" cy="601920"/>
          </a:xfrm>
          <a:prstGeom prst="rect">
            <a:avLst/>
          </a:prstGeom>
          <a:ln w="0">
            <a:noFill/>
          </a:ln>
        </p:spPr>
      </p:pic>
      <p:sp>
        <p:nvSpPr>
          <p:cNvPr id="779" name="TextBox 54"/>
          <p:cNvSpPr/>
          <p:nvPr/>
        </p:nvSpPr>
        <p:spPr>
          <a:xfrm>
            <a:off x="5485320" y="3979080"/>
            <a:ext cx="659736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SMARTY - Scalable and Quantum Resilient Heterogeneous Edge Computing enabling Trustworthy, focuses on cloud-edge continuum for heterogeneous systems, that protects data-in-transit and data-in-process, employing novel accelerators for quantum resilient communications, confidential computing, and software defined perimeters. </a:t>
            </a:r>
            <a:r>
              <a:rPr lang="en-US" sz="1300" b="0" i="1" u="sng" strike="noStrike" spc="-1">
                <a:solidFill>
                  <a:srgbClr val="0563C1"/>
                </a:solidFill>
                <a:uFillTx/>
                <a:latin typeface="Open Sans"/>
                <a:ea typeface="Open Sans"/>
                <a:hlinkClick r:id="rId4"/>
              </a:rPr>
              <a:t>https://www.smarty-project.eu/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780" name="TextBox 68"/>
          <p:cNvSpPr/>
          <p:nvPr/>
        </p:nvSpPr>
        <p:spPr>
          <a:xfrm>
            <a:off x="5485320" y="1749960"/>
            <a:ext cx="659736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EdgeAI (Edge AI Technologies for Optimised Performance Embedded Processing) develops new electronic components and systems, processing architectures, connectivity, software, algorithms, and middleware through the combination of microelectronics, edge AI, embedded systems, and edge computing. </a:t>
            </a:r>
            <a:r>
              <a:rPr lang="en-US" sz="1300" b="0" i="1" u="sng" strike="noStrike" spc="-1">
                <a:solidFill>
                  <a:srgbClr val="0563C1"/>
                </a:solidFill>
                <a:uFillTx/>
                <a:latin typeface="Open Sans"/>
                <a:ea typeface="Open Sans"/>
                <a:hlinkClick r:id="rId5"/>
              </a:rPr>
              <a:t>www.edge-ai-tech.eu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781" name="Picture Placeholder 8"/>
          <p:cNvSpPr/>
          <p:nvPr/>
        </p:nvSpPr>
        <p:spPr>
          <a:xfrm>
            <a:off x="219960" y="1031040"/>
            <a:ext cx="3830400" cy="5419080"/>
          </a:xfrm>
          <a:custGeom>
            <a:avLst/>
            <a:gdLst>
              <a:gd name="textAreaLeft" fmla="*/ 0 w 3830400"/>
              <a:gd name="textAreaRight" fmla="*/ 3831480 w 3830400"/>
              <a:gd name="textAreaTop" fmla="*/ 0 h 5419080"/>
              <a:gd name="textAreaBottom" fmla="*/ 5420160 h 5419080"/>
            </a:gdLst>
            <a:ahLst/>
            <a:cxnLst/>
            <a:rect l="textAreaLeft" t="textAreaTop" r="textAreaRight" b="textAreaBottom"/>
            <a:pathLst>
              <a:path w="3831570" h="5420165">
                <a:moveTo>
                  <a:pt x="0" y="0"/>
                </a:moveTo>
                <a:lnTo>
                  <a:pt x="3831570" y="0"/>
                </a:lnTo>
                <a:lnTo>
                  <a:pt x="3831570" y="5420165"/>
                </a:lnTo>
                <a:lnTo>
                  <a:pt x="0" y="5420165"/>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782" name="Title 1"/>
          <p:cNvSpPr/>
          <p:nvPr/>
        </p:nvSpPr>
        <p:spPr>
          <a:xfrm>
            <a:off x="203760" y="1735920"/>
            <a:ext cx="3957480" cy="429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spcAft>
                <a:spcPts val="601"/>
              </a:spcAft>
            </a:pPr>
            <a:r>
              <a:rPr lang="en-IN" sz="1600" b="1" strike="noStrike" spc="-1">
                <a:solidFill>
                  <a:schemeClr val="accent5"/>
                </a:solidFill>
                <a:latin typeface="Open Sans"/>
                <a:ea typeface="Open Sans"/>
              </a:rPr>
              <a:t>EdgeAI</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NEUROKIT2E</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SMARTY</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dAIEDGE</a:t>
            </a:r>
            <a:endParaRPr lang="en-US" sz="1600" b="0" strike="noStrike" spc="-1">
              <a:solidFill>
                <a:srgbClr val="000000"/>
              </a:solidFill>
              <a:latin typeface="Arial"/>
            </a:endParaRPr>
          </a:p>
          <a:p>
            <a:pPr algn="ctr" defTabSz="914400">
              <a:lnSpc>
                <a:spcPct val="100000"/>
              </a:lnSpc>
              <a:spcAft>
                <a:spcPts val="601"/>
              </a:spcAft>
            </a:pPr>
            <a:endParaRPr lang="en-US" sz="1600" b="0" strike="noStrike" spc="-1">
              <a:solidFill>
                <a:srgbClr val="000000"/>
              </a:solidFill>
              <a:latin typeface="Arial"/>
            </a:endParaRPr>
          </a:p>
        </p:txBody>
      </p:sp>
      <p:pic>
        <p:nvPicPr>
          <p:cNvPr id="783" name="Picture 7" descr="A logo with blue text and blue circles&#10;&#10;Description automatically generated with medium confidence"/>
          <p:cNvPicPr/>
          <p:nvPr/>
        </p:nvPicPr>
        <p:blipFill>
          <a:blip r:embed="rId7"/>
          <a:stretch/>
        </p:blipFill>
        <p:spPr>
          <a:xfrm>
            <a:off x="4534560" y="2020320"/>
            <a:ext cx="903960" cy="431640"/>
          </a:xfrm>
          <a:prstGeom prst="rect">
            <a:avLst/>
          </a:prstGeom>
          <a:ln w="0">
            <a:noFill/>
          </a:ln>
        </p:spPr>
      </p:pic>
      <p:pic>
        <p:nvPicPr>
          <p:cNvPr id="784" name="Picture 4" descr="A blue brain with a letter s in the center&#10;&#10;Description automatically generated"/>
          <p:cNvPicPr/>
          <p:nvPr/>
        </p:nvPicPr>
        <p:blipFill>
          <a:blip r:embed="rId8"/>
          <a:srcRect l="3632" t="6618" r="3107" b="7385"/>
          <a:stretch/>
        </p:blipFill>
        <p:spPr>
          <a:xfrm>
            <a:off x="4576320" y="4158720"/>
            <a:ext cx="829440" cy="764640"/>
          </a:xfrm>
          <a:prstGeom prst="rect">
            <a:avLst/>
          </a:prstGeom>
          <a:ln w="0">
            <a:noFill/>
          </a:ln>
        </p:spPr>
      </p:pic>
      <p:sp>
        <p:nvSpPr>
          <p:cNvPr id="785" name="TextBox 3"/>
          <p:cNvSpPr/>
          <p:nvPr/>
        </p:nvSpPr>
        <p:spPr>
          <a:xfrm>
            <a:off x="5485320" y="5325120"/>
            <a:ext cx="6597360" cy="90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dAIEDGE is the European Network of Excellence for distributed, trustworthy, efficient, and scalable AI at the Edge and promotes the application, development, and deployment of Artificial Intelligence (AI) on edge computing platforms. </a:t>
            </a:r>
            <a:r>
              <a:rPr lang="en-US" sz="1300" b="0" i="1" u="sng" strike="noStrike" spc="-1">
                <a:solidFill>
                  <a:srgbClr val="0563C1"/>
                </a:solidFill>
                <a:uFillTx/>
                <a:latin typeface="Open Sans"/>
                <a:ea typeface="Open Sans"/>
                <a:hlinkClick r:id="rId9"/>
              </a:rPr>
              <a:t>https://daiedge.eu/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pic>
        <p:nvPicPr>
          <p:cNvPr id="786" name="Picture 5" descr="A blue and black logo&#10;&#10;Description automatically generated"/>
          <p:cNvPicPr/>
          <p:nvPr/>
        </p:nvPicPr>
        <p:blipFill>
          <a:blip r:embed="rId10"/>
          <a:stretch/>
        </p:blipFill>
        <p:spPr>
          <a:xfrm>
            <a:off x="4520520" y="5563440"/>
            <a:ext cx="963720" cy="414720"/>
          </a:xfrm>
          <a:prstGeom prst="rect">
            <a:avLst/>
          </a:prstGeom>
          <a:ln w="0">
            <a:noFill/>
          </a:ln>
        </p:spPr>
      </p:pic>
      <p:sp>
        <p:nvSpPr>
          <p:cNvPr id="787" name="TextBox 6"/>
          <p:cNvSpPr/>
          <p:nvPr/>
        </p:nvSpPr>
        <p:spPr>
          <a:xfrm>
            <a:off x="5485320" y="2756880"/>
            <a:ext cx="659736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NEUROKIT2E (Open source deep learning platform dedicated to Embedded hardware and Europe) proposes a Deep Learning Platform for Embedded Hardware around an established European value chain (AI HW/SW). The solutions developed support neural network design, optimisation, and implementation on constrained HW. </a:t>
            </a:r>
            <a:r>
              <a:rPr lang="en-US" sz="1300" b="0" i="1" u="sng" strike="noStrike" spc="-1">
                <a:solidFill>
                  <a:srgbClr val="0563C1"/>
                </a:solidFill>
                <a:uFillTx/>
                <a:latin typeface="Open Sans"/>
                <a:ea typeface="Open Sans"/>
                <a:hlinkClick r:id="rId11"/>
              </a:rPr>
              <a:t>https://www.neurokit2e.eu/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788" name="TextBox 9"/>
          <p:cNvSpPr/>
          <p:nvPr/>
        </p:nvSpPr>
        <p:spPr>
          <a:xfrm>
            <a:off x="4438800" y="3179880"/>
            <a:ext cx="113580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200" b="1" strike="noStrike" spc="-1">
                <a:solidFill>
                  <a:srgbClr val="03234B"/>
                </a:solidFill>
                <a:latin typeface="Open Sans"/>
                <a:ea typeface="Open Sans"/>
              </a:rPr>
              <a:t>NEUROKIT</a:t>
            </a:r>
            <a:r>
              <a:rPr lang="en-US" sz="1000" b="1" strike="noStrike" spc="-1">
                <a:solidFill>
                  <a:srgbClr val="03234B"/>
                </a:solidFill>
                <a:latin typeface="Open Sans"/>
                <a:ea typeface="Open Sans"/>
              </a:rPr>
              <a:t>2</a:t>
            </a:r>
            <a:r>
              <a:rPr lang="en-US" sz="1200" b="1" strike="noStrike" spc="-1">
                <a:solidFill>
                  <a:srgbClr val="03234B"/>
                </a:solidFill>
                <a:latin typeface="Open Sans"/>
                <a:ea typeface="Open Sans"/>
              </a:rPr>
              <a:t>E</a:t>
            </a:r>
            <a:endParaRPr lang="en-US" sz="1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4000" advTm="10000">
        <p14:prism isInverted="1"/>
      </p:transition>
    </mc:Choice>
    <mc:Fallback xmlns:p15="http://schemas.microsoft.com/office/powerpoint/2012/main" xmlns="">
      <p:transition spd="slow" advTm="10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Rectangle 14"/>
          <p:cNvSpPr/>
          <p:nvPr/>
        </p:nvSpPr>
        <p:spPr>
          <a:xfrm>
            <a:off x="0" y="2028240"/>
            <a:ext cx="543600" cy="347832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90" name="Rectangle 15"/>
          <p:cNvSpPr/>
          <p:nvPr/>
        </p:nvSpPr>
        <p:spPr>
          <a:xfrm>
            <a:off x="633960" y="920880"/>
            <a:ext cx="3436560" cy="5639040"/>
          </a:xfrm>
          <a:prstGeom prst="rect">
            <a:avLst/>
          </a:prstGeom>
          <a:noFill/>
          <a:ln w="0">
            <a:solidFill>
              <a:srgbClr val="943AAC"/>
            </a:solidFill>
          </a:ln>
        </p:spPr>
        <p:style>
          <a:lnRef idx="0">
            <a:scrgbClr r="0" g="0" b="0"/>
          </a:lnRef>
          <a:fillRef idx="0">
            <a:scrgbClr r="0" g="0" b="0"/>
          </a:fillRef>
          <a:effectRef idx="0">
            <a:scrgbClr r="0" g="0" b="0"/>
          </a:effectRef>
          <a:fontRef idx="minor"/>
        </p:style>
        <p:txBody>
          <a:bodyPr horzOverflow="overflow" lIns="90000" tIns="45000" rIns="90000" bIns="45000" numCol="1" spcCol="0" anchor="ctr">
            <a:noAutofit/>
          </a:bodyPr>
          <a:lstStyle/>
          <a:p>
            <a:pPr algn="ctr" defTabSz="914400">
              <a:lnSpc>
                <a:spcPct val="100000"/>
              </a:lnSpc>
              <a:tabLst>
                <a:tab pos="0" algn="l"/>
              </a:tabLst>
            </a:pPr>
            <a:endParaRPr lang="en-US" sz="1800" b="0" strike="noStrike" spc="-1">
              <a:solidFill>
                <a:srgbClr val="FFFFFF"/>
              </a:solidFill>
              <a:latin typeface="Arial"/>
            </a:endParaRPr>
          </a:p>
        </p:txBody>
      </p:sp>
      <p:sp>
        <p:nvSpPr>
          <p:cNvPr id="791"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IN" sz="3200" b="1" strike="noStrike" spc="-1">
                <a:solidFill>
                  <a:schemeClr val="accent5"/>
                </a:solidFill>
                <a:latin typeface="Noto Sans"/>
                <a:ea typeface="Noto Sans"/>
              </a:rPr>
              <a:t>Event Organisers</a:t>
            </a:r>
            <a:endParaRPr lang="en-US" sz="3200" b="0" strike="noStrike" spc="-1">
              <a:solidFill>
                <a:srgbClr val="000000"/>
              </a:solidFill>
              <a:latin typeface="Arial"/>
            </a:endParaRPr>
          </a:p>
        </p:txBody>
      </p:sp>
      <p:sp>
        <p:nvSpPr>
          <p:cNvPr id="792" name="PlaceHolder 2"/>
          <p:cNvSpPr>
            <a:spLocks noGrp="1"/>
          </p:cNvSpPr>
          <p:nvPr>
            <p:ph type="sldNum" idx="62"/>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0" strike="noStrike" spc="-1">
                <a:solidFill>
                  <a:srgbClr val="FFFFFF"/>
                </a:solidFill>
                <a:latin typeface="Arial"/>
                <a:ea typeface="Open Sans"/>
              </a:defRPr>
            </a:lvl1pPr>
          </a:lstStyle>
          <a:p>
            <a:pPr indent="0" algn="ctr" defTabSz="914400">
              <a:lnSpc>
                <a:spcPct val="100000"/>
              </a:lnSpc>
              <a:buNone/>
              <a:tabLst>
                <a:tab pos="0" algn="l"/>
              </a:tabLst>
            </a:pPr>
            <a:fld id="{2826C4F0-52DD-45B5-86BE-067B7E5A4A37}" type="slidenum">
              <a:rPr lang="en-IN" sz="800" b="0" strike="noStrike" spc="-1">
                <a:solidFill>
                  <a:srgbClr val="FFFFFF"/>
                </a:solidFill>
                <a:latin typeface="Arial"/>
                <a:ea typeface="Open Sans"/>
              </a:rPr>
              <a:t>21</a:t>
            </a:fld>
            <a:endParaRPr lang="en-US" sz="800" b="0" strike="noStrike" spc="-1">
              <a:solidFill>
                <a:srgbClr val="000000"/>
              </a:solidFill>
              <a:latin typeface="Times New Roman"/>
            </a:endParaRPr>
          </a:p>
        </p:txBody>
      </p:sp>
      <p:grpSp>
        <p:nvGrpSpPr>
          <p:cNvPr id="793" name="Group 56"/>
          <p:cNvGrpSpPr/>
          <p:nvPr/>
        </p:nvGrpSpPr>
        <p:grpSpPr>
          <a:xfrm>
            <a:off x="43920" y="4649400"/>
            <a:ext cx="160200" cy="799920"/>
            <a:chOff x="43920" y="4649400"/>
            <a:chExt cx="160200" cy="799920"/>
          </a:xfrm>
        </p:grpSpPr>
        <p:grpSp>
          <p:nvGrpSpPr>
            <p:cNvPr id="794" name="Group 21"/>
            <p:cNvGrpSpPr/>
            <p:nvPr/>
          </p:nvGrpSpPr>
          <p:grpSpPr>
            <a:xfrm>
              <a:off x="43920" y="5289120"/>
              <a:ext cx="160200" cy="160200"/>
              <a:chOff x="43920" y="5289120"/>
              <a:chExt cx="160200" cy="160200"/>
            </a:xfrm>
          </p:grpSpPr>
          <p:cxnSp>
            <p:nvCxnSpPr>
              <p:cNvPr id="795" name="Straight Connector 30"/>
              <p:cNvCxnSpPr/>
              <p:nvPr/>
            </p:nvCxnSpPr>
            <p:spPr>
              <a:xfrm flipV="1">
                <a:off x="123840" y="5289120"/>
                <a:ext cx="1080" cy="160560"/>
              </a:xfrm>
              <a:prstGeom prst="straightConnector1">
                <a:avLst/>
              </a:prstGeom>
              <a:ln w="12700">
                <a:solidFill>
                  <a:srgbClr val="FFFFFF"/>
                </a:solidFill>
                <a:miter/>
              </a:ln>
            </p:spPr>
          </p:cxnSp>
          <p:cxnSp>
            <p:nvCxnSpPr>
              <p:cNvPr id="796" name="Straight Connector 31"/>
              <p:cNvCxnSpPr/>
              <p:nvPr/>
            </p:nvCxnSpPr>
            <p:spPr>
              <a:xfrm flipH="1">
                <a:off x="43920" y="5368680"/>
                <a:ext cx="160560" cy="1080"/>
              </a:xfrm>
              <a:prstGeom prst="straightConnector1">
                <a:avLst/>
              </a:prstGeom>
              <a:ln w="12700">
                <a:solidFill>
                  <a:srgbClr val="FFFFFF"/>
                </a:solidFill>
                <a:miter/>
              </a:ln>
            </p:spPr>
          </p:cxnSp>
        </p:grpSp>
        <p:grpSp>
          <p:nvGrpSpPr>
            <p:cNvPr id="797" name="Group 22"/>
            <p:cNvGrpSpPr/>
            <p:nvPr/>
          </p:nvGrpSpPr>
          <p:grpSpPr>
            <a:xfrm>
              <a:off x="106560" y="4649400"/>
              <a:ext cx="33840" cy="582840"/>
              <a:chOff x="106560" y="4649400"/>
              <a:chExt cx="33840" cy="582840"/>
            </a:xfrm>
          </p:grpSpPr>
          <p:sp>
            <p:nvSpPr>
              <p:cNvPr id="798" name="Oval 23"/>
              <p:cNvSpPr/>
              <p:nvPr/>
            </p:nvSpPr>
            <p:spPr>
              <a:xfrm flipV="1">
                <a:off x="106560" y="5198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799" name="Oval 24"/>
              <p:cNvSpPr/>
              <p:nvPr/>
            </p:nvSpPr>
            <p:spPr>
              <a:xfrm flipV="1">
                <a:off x="106560" y="510696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00" name="Oval 25"/>
              <p:cNvSpPr/>
              <p:nvPr/>
            </p:nvSpPr>
            <p:spPr>
              <a:xfrm flipV="1">
                <a:off x="106560" y="501552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01" name="Oval 26"/>
              <p:cNvSpPr/>
              <p:nvPr/>
            </p:nvSpPr>
            <p:spPr>
              <a:xfrm flipV="1">
                <a:off x="106560" y="492408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02" name="Oval 27"/>
              <p:cNvSpPr/>
              <p:nvPr/>
            </p:nvSpPr>
            <p:spPr>
              <a:xfrm flipV="1">
                <a:off x="106560" y="48326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03" name="Oval 28"/>
              <p:cNvSpPr/>
              <p:nvPr/>
            </p:nvSpPr>
            <p:spPr>
              <a:xfrm flipV="1">
                <a:off x="106560" y="47408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04" name="Oval 29"/>
              <p:cNvSpPr/>
              <p:nvPr/>
            </p:nvSpPr>
            <p:spPr>
              <a:xfrm flipV="1">
                <a:off x="106560" y="4649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sp>
        <p:nvSpPr>
          <p:cNvPr id="805" name="Rectangle 32"/>
          <p:cNvSpPr/>
          <p:nvPr/>
        </p:nvSpPr>
        <p:spPr>
          <a:xfrm>
            <a:off x="4016160" y="1031040"/>
            <a:ext cx="389160" cy="541908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cxnSp>
        <p:nvCxnSpPr>
          <p:cNvPr id="806" name="Straight Connector 52"/>
          <p:cNvCxnSpPr/>
          <p:nvPr/>
        </p:nvCxnSpPr>
        <p:spPr>
          <a:xfrm>
            <a:off x="4161960" y="1028520"/>
            <a:ext cx="1080" cy="5411160"/>
          </a:xfrm>
          <a:prstGeom prst="straightConnector1">
            <a:avLst/>
          </a:prstGeom>
          <a:ln w="0">
            <a:solidFill>
              <a:srgbClr val="F2F2F2"/>
            </a:solidFill>
          </a:ln>
        </p:spPr>
      </p:cxnSp>
      <p:cxnSp>
        <p:nvCxnSpPr>
          <p:cNvPr id="807" name="Straight Connector 53"/>
          <p:cNvCxnSpPr/>
          <p:nvPr/>
        </p:nvCxnSpPr>
        <p:spPr>
          <a:xfrm>
            <a:off x="4184640" y="1028520"/>
            <a:ext cx="1080" cy="5411160"/>
          </a:xfrm>
          <a:prstGeom prst="straightConnector1">
            <a:avLst/>
          </a:prstGeom>
          <a:ln w="0">
            <a:solidFill>
              <a:srgbClr val="F2F2F2"/>
            </a:solidFill>
          </a:ln>
        </p:spPr>
      </p:cxnSp>
      <p:grpSp>
        <p:nvGrpSpPr>
          <p:cNvPr id="808" name="Group 35"/>
          <p:cNvGrpSpPr/>
          <p:nvPr/>
        </p:nvGrpSpPr>
        <p:grpSpPr>
          <a:xfrm>
            <a:off x="4129920" y="3557520"/>
            <a:ext cx="240840" cy="88920"/>
            <a:chOff x="4129920" y="3557520"/>
            <a:chExt cx="240840" cy="88920"/>
          </a:xfrm>
        </p:grpSpPr>
        <p:cxnSp>
          <p:nvCxnSpPr>
            <p:cNvPr id="809" name="Straight Arrow Connector 49"/>
            <p:cNvCxnSpPr/>
            <p:nvPr/>
          </p:nvCxnSpPr>
          <p:spPr>
            <a:xfrm>
              <a:off x="4214520" y="3602160"/>
              <a:ext cx="156600" cy="1080"/>
            </a:xfrm>
            <a:prstGeom prst="straightConnector1">
              <a:avLst/>
            </a:prstGeom>
            <a:ln w="0">
              <a:solidFill>
                <a:srgbClr val="FFFFFF"/>
              </a:solidFill>
              <a:tailEnd type="triangle" w="med" len="med"/>
            </a:ln>
          </p:spPr>
        </p:cxnSp>
        <p:sp>
          <p:nvSpPr>
            <p:cNvPr id="810" name="Oval 48"/>
            <p:cNvSpPr/>
            <p:nvPr/>
          </p:nvSpPr>
          <p:spPr>
            <a:xfrm>
              <a:off x="4129920" y="3557520"/>
              <a:ext cx="91440" cy="88920"/>
            </a:xfrm>
            <a:prstGeom prst="ellipse">
              <a:avLst/>
            </a:prstGeom>
            <a:solidFill>
              <a:schemeClr val="accent2"/>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11" name="Group 58"/>
          <p:cNvGrpSpPr/>
          <p:nvPr/>
        </p:nvGrpSpPr>
        <p:grpSpPr>
          <a:xfrm>
            <a:off x="4129920" y="1412280"/>
            <a:ext cx="240840" cy="88920"/>
            <a:chOff x="4129920" y="1412280"/>
            <a:chExt cx="240840" cy="88920"/>
          </a:xfrm>
        </p:grpSpPr>
        <p:cxnSp>
          <p:nvCxnSpPr>
            <p:cNvPr id="812" name="Straight Arrow Connector 51"/>
            <p:cNvCxnSpPr/>
            <p:nvPr/>
          </p:nvCxnSpPr>
          <p:spPr>
            <a:xfrm>
              <a:off x="4214520" y="1457280"/>
              <a:ext cx="156600" cy="1080"/>
            </a:xfrm>
            <a:prstGeom prst="straightConnector1">
              <a:avLst/>
            </a:prstGeom>
            <a:ln w="0">
              <a:solidFill>
                <a:srgbClr val="FFFFFF"/>
              </a:solidFill>
              <a:tailEnd type="triangle" w="med" len="med"/>
            </a:ln>
          </p:spPr>
        </p:cxnSp>
        <p:sp>
          <p:nvSpPr>
            <p:cNvPr id="813" name="Oval 50"/>
            <p:cNvSpPr/>
            <p:nvPr/>
          </p:nvSpPr>
          <p:spPr>
            <a:xfrm>
              <a:off x="4129920" y="141228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14" name="Group 59"/>
          <p:cNvGrpSpPr/>
          <p:nvPr/>
        </p:nvGrpSpPr>
        <p:grpSpPr>
          <a:xfrm>
            <a:off x="4129920" y="5982120"/>
            <a:ext cx="240840" cy="88920"/>
            <a:chOff x="4129920" y="5982120"/>
            <a:chExt cx="240840" cy="88920"/>
          </a:xfrm>
        </p:grpSpPr>
        <p:cxnSp>
          <p:nvCxnSpPr>
            <p:cNvPr id="815" name="Straight Arrow Connector 47"/>
            <p:cNvCxnSpPr/>
            <p:nvPr/>
          </p:nvCxnSpPr>
          <p:spPr>
            <a:xfrm>
              <a:off x="4214520" y="6026760"/>
              <a:ext cx="156600" cy="1080"/>
            </a:xfrm>
            <a:prstGeom prst="straightConnector1">
              <a:avLst/>
            </a:prstGeom>
            <a:ln w="0">
              <a:solidFill>
                <a:srgbClr val="FFFFFF"/>
              </a:solidFill>
              <a:tailEnd type="triangle" w="med" len="med"/>
            </a:ln>
          </p:spPr>
        </p:cxnSp>
        <p:sp>
          <p:nvSpPr>
            <p:cNvPr id="816" name="Oval 46"/>
            <p:cNvSpPr/>
            <p:nvPr/>
          </p:nvSpPr>
          <p:spPr>
            <a:xfrm>
              <a:off x="4129920" y="598212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sp>
        <p:nvSpPr>
          <p:cNvPr id="817" name="TextBox 55"/>
          <p:cNvSpPr/>
          <p:nvPr/>
        </p:nvSpPr>
        <p:spPr>
          <a:xfrm>
            <a:off x="5485320" y="5293800"/>
            <a:ext cx="659736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REBECCA (Reconfigurable Heterogeneous Highly Parallel Processing Platform for safe and secure AI) aims to democratize the development of edge AI systems and create a complete hardware and software stack centered around a RISC-V CPU, which offer higher performance, energy efficiency, safety, and security than existing systems. </a:t>
            </a:r>
            <a:r>
              <a:rPr lang="en-US" sz="1300" b="0" i="1" u="sng" strike="noStrike" spc="-1">
                <a:solidFill>
                  <a:srgbClr val="0563C1"/>
                </a:solidFill>
                <a:uFillTx/>
                <a:latin typeface="Open Sans"/>
                <a:ea typeface="Open Sans"/>
                <a:hlinkClick r:id="rId3"/>
              </a:rPr>
              <a:t>www.rebecca-chip.eu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818" name="TextBox 64"/>
          <p:cNvSpPr/>
          <p:nvPr/>
        </p:nvSpPr>
        <p:spPr>
          <a:xfrm>
            <a:off x="5485320" y="2953800"/>
            <a:ext cx="652284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TRISTAN aims to expand, mature, and industrialize the European RISC-V ecosystem to compete with commercial options by leveraging the Open-Source community to gain productivity and quality. A European strategy for RISC-V designs will be defined, creating a repository of industrial rate building blocks for SoC designs in various application domains. </a:t>
            </a:r>
            <a:r>
              <a:rPr lang="en-US" sz="1300" b="0" i="1" u="sng" strike="noStrike" spc="-1">
                <a:solidFill>
                  <a:srgbClr val="0563C1"/>
                </a:solidFill>
                <a:uFillTx/>
                <a:latin typeface="Open Sans"/>
                <a:ea typeface="Open Sans"/>
                <a:hlinkClick r:id="rId4"/>
              </a:rPr>
              <a:t>www.tristan-project.eu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pic>
        <p:nvPicPr>
          <p:cNvPr id="819" name="Picture 43" descr="Background pattern&#10;&#10;Description automatically generated"/>
          <p:cNvPicPr/>
          <p:nvPr/>
        </p:nvPicPr>
        <p:blipFill>
          <a:blip r:embed="rId5"/>
          <a:stretch/>
        </p:blipFill>
        <p:spPr>
          <a:xfrm>
            <a:off x="4534920" y="1016280"/>
            <a:ext cx="902880" cy="601920"/>
          </a:xfrm>
          <a:prstGeom prst="rect">
            <a:avLst/>
          </a:prstGeom>
          <a:ln w="0">
            <a:noFill/>
          </a:ln>
        </p:spPr>
      </p:pic>
      <p:sp>
        <p:nvSpPr>
          <p:cNvPr id="820" name="TextBox 54"/>
          <p:cNvSpPr/>
          <p:nvPr/>
        </p:nvSpPr>
        <p:spPr>
          <a:xfrm>
            <a:off x="5485320" y="4129200"/>
            <a:ext cx="652284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CLEVER (Collaborative edge-cLoud continuum and Embedded AI for a Visionary industry of thE futuRe) proposes innovations in hardware accelerators, design stack, and middleware software that revolutionize the ability of edge computing platforms to operate federated, leveraging sparse resources that are coordinated to create a powerful swarm of resources. </a:t>
            </a:r>
            <a:r>
              <a:rPr lang="en-US" sz="1300" b="0" i="1" u="sng" strike="noStrike" spc="-1">
                <a:solidFill>
                  <a:srgbClr val="0563C1"/>
                </a:solidFill>
                <a:uFillTx/>
                <a:latin typeface="Open Sans"/>
                <a:ea typeface="Open Sans"/>
                <a:hlinkClick r:id="rId6"/>
              </a:rPr>
              <a:t>www.cleverproject.eu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821" name="Picture Placeholder 8"/>
          <p:cNvSpPr/>
          <p:nvPr/>
        </p:nvSpPr>
        <p:spPr>
          <a:xfrm>
            <a:off x="219960" y="1031040"/>
            <a:ext cx="3830400" cy="5419080"/>
          </a:xfrm>
          <a:custGeom>
            <a:avLst/>
            <a:gdLst>
              <a:gd name="textAreaLeft" fmla="*/ 0 w 3830400"/>
              <a:gd name="textAreaRight" fmla="*/ 3831480 w 3830400"/>
              <a:gd name="textAreaTop" fmla="*/ 0 h 5419080"/>
              <a:gd name="textAreaBottom" fmla="*/ 5420160 h 5419080"/>
            </a:gdLst>
            <a:ahLst/>
            <a:cxnLst/>
            <a:rect l="textAreaLeft" t="textAreaTop" r="textAreaRight" b="textAreaBottom"/>
            <a:pathLst>
              <a:path w="3831570" h="5420165">
                <a:moveTo>
                  <a:pt x="0" y="0"/>
                </a:moveTo>
                <a:lnTo>
                  <a:pt x="3831570" y="0"/>
                </a:lnTo>
                <a:lnTo>
                  <a:pt x="3831570" y="5420165"/>
                </a:lnTo>
                <a:lnTo>
                  <a:pt x="0" y="5420165"/>
                </a:lnTo>
                <a:close/>
              </a:path>
            </a:pathLst>
          </a:cu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822" name="Picture 6" descr="A logo with blue and yellow circles&#10;&#10;Description automatically generated"/>
          <p:cNvPicPr/>
          <p:nvPr/>
        </p:nvPicPr>
        <p:blipFill>
          <a:blip r:embed="rId8"/>
          <a:stretch/>
        </p:blipFill>
        <p:spPr>
          <a:xfrm>
            <a:off x="4627440" y="2984760"/>
            <a:ext cx="756720" cy="756720"/>
          </a:xfrm>
          <a:prstGeom prst="rect">
            <a:avLst/>
          </a:prstGeom>
          <a:ln w="0">
            <a:noFill/>
          </a:ln>
        </p:spPr>
      </p:pic>
      <p:pic>
        <p:nvPicPr>
          <p:cNvPr id="823" name="Picture 11" descr="A colorful dots on a black background&#10;&#10;Description automatically generated"/>
          <p:cNvPicPr/>
          <p:nvPr/>
        </p:nvPicPr>
        <p:blipFill>
          <a:blip r:embed="rId9"/>
          <a:stretch/>
        </p:blipFill>
        <p:spPr>
          <a:xfrm>
            <a:off x="4610880" y="5448600"/>
            <a:ext cx="789840" cy="478080"/>
          </a:xfrm>
          <a:prstGeom prst="rect">
            <a:avLst/>
          </a:prstGeom>
          <a:ln w="0">
            <a:noFill/>
          </a:ln>
        </p:spPr>
      </p:pic>
      <p:pic>
        <p:nvPicPr>
          <p:cNvPr id="824" name="Graphic 13"/>
          <p:cNvPicPr/>
          <p:nvPr/>
        </p:nvPicPr>
        <p:blipFill>
          <a:blip>
            <a:extLst>
              <a:ext uri="{96DAC541-7B7A-43D3-8B79-37D633B846F1}">
                <asvg:svgBlip xmlns:asvg="http://schemas.microsoft.com/office/drawing/2016/SVG/main" r:embed="rId10"/>
              </a:ext>
            </a:extLst>
          </a:blip>
          <a:stretch/>
        </p:blipFill>
        <p:spPr>
          <a:xfrm>
            <a:off x="4720320" y="4135320"/>
            <a:ext cx="571320" cy="788400"/>
          </a:xfrm>
          <a:prstGeom prst="rect">
            <a:avLst/>
          </a:prstGeom>
          <a:ln w="0">
            <a:noFill/>
          </a:ln>
        </p:spPr>
      </p:pic>
      <p:sp>
        <p:nvSpPr>
          <p:cNvPr id="825" name="Title 1"/>
          <p:cNvSpPr/>
          <p:nvPr/>
        </p:nvSpPr>
        <p:spPr>
          <a:xfrm>
            <a:off x="203760" y="1735920"/>
            <a:ext cx="3957480" cy="429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spcAft>
                <a:spcPts val="601"/>
              </a:spcAft>
            </a:pPr>
            <a:r>
              <a:rPr lang="en-IN" sz="1600" b="1" strike="noStrike" spc="-1">
                <a:solidFill>
                  <a:schemeClr val="accent5"/>
                </a:solidFill>
                <a:latin typeface="Open Sans"/>
                <a:ea typeface="Open Sans"/>
              </a:rPr>
              <a:t>SMARTEDGE</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TRISTAN</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CLEVER</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REBECCA</a:t>
            </a:r>
            <a:endParaRPr lang="en-US" sz="1600" b="0" strike="noStrike" spc="-1">
              <a:solidFill>
                <a:srgbClr val="000000"/>
              </a:solidFill>
              <a:latin typeface="Arial"/>
            </a:endParaRPr>
          </a:p>
          <a:p>
            <a:pPr algn="ctr" defTabSz="914400">
              <a:lnSpc>
                <a:spcPct val="100000"/>
              </a:lnSpc>
              <a:spcAft>
                <a:spcPts val="601"/>
              </a:spcAft>
            </a:pPr>
            <a:endParaRPr lang="en-US" sz="1600" b="0" strike="noStrike" spc="-1">
              <a:solidFill>
                <a:srgbClr val="000000"/>
              </a:solidFill>
              <a:latin typeface="Arial"/>
            </a:endParaRPr>
          </a:p>
        </p:txBody>
      </p:sp>
      <p:sp>
        <p:nvSpPr>
          <p:cNvPr id="826" name="TextBox 9"/>
          <p:cNvSpPr/>
          <p:nvPr/>
        </p:nvSpPr>
        <p:spPr>
          <a:xfrm>
            <a:off x="5485320" y="1762920"/>
            <a:ext cx="659736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The SmartEdge project aims to achieve dynamic integration of decentralized edge intelligence while prioritizing reliability, security, privacy, and scalability. The SmartEdge solution includes a low-code tool programming environment with three main tools: Continuous Semantic Integration, Dynamic Swarm Network, and Low-code Toolchain for Edge Intelligence. </a:t>
            </a:r>
            <a:r>
              <a:rPr lang="en-US" sz="1300" b="0" i="1" u="sng" strike="noStrike" spc="-1">
                <a:solidFill>
                  <a:srgbClr val="0563C1"/>
                </a:solidFill>
                <a:uFillTx/>
                <a:latin typeface="Open Sans"/>
                <a:ea typeface="Open Sans"/>
                <a:hlinkClick r:id="rId11"/>
              </a:rPr>
              <a:t>https://www.smart-edge.eu/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pic>
        <p:nvPicPr>
          <p:cNvPr id="827" name="Picture 10" descr="A blue and white circular design&#10;&#10;Description automatically generated"/>
          <p:cNvPicPr/>
          <p:nvPr/>
        </p:nvPicPr>
        <p:blipFill>
          <a:blip r:embed="rId12"/>
          <a:stretch/>
        </p:blipFill>
        <p:spPr>
          <a:xfrm>
            <a:off x="4506480" y="1927080"/>
            <a:ext cx="902880" cy="75600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4000" advTm="10000">
        <p14:prism isInverted="1"/>
      </p:transition>
    </mc:Choice>
    <mc:Fallback xmlns:p15="http://schemas.microsoft.com/office/powerpoint/2012/main" xmlns="">
      <p:transition spd="slow" advTm="10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Rectangle 14"/>
          <p:cNvSpPr/>
          <p:nvPr/>
        </p:nvSpPr>
        <p:spPr>
          <a:xfrm>
            <a:off x="0" y="2028240"/>
            <a:ext cx="543600" cy="347832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29" name="Rectangle 15"/>
          <p:cNvSpPr/>
          <p:nvPr/>
        </p:nvSpPr>
        <p:spPr>
          <a:xfrm>
            <a:off x="633960" y="920880"/>
            <a:ext cx="3436560" cy="5639040"/>
          </a:xfrm>
          <a:prstGeom prst="rect">
            <a:avLst/>
          </a:prstGeom>
          <a:noFill/>
          <a:ln w="0">
            <a:solidFill>
              <a:srgbClr val="943AAC"/>
            </a:solidFill>
          </a:ln>
        </p:spPr>
        <p:style>
          <a:lnRef idx="0">
            <a:scrgbClr r="0" g="0" b="0"/>
          </a:lnRef>
          <a:fillRef idx="0">
            <a:scrgbClr r="0" g="0" b="0"/>
          </a:fillRef>
          <a:effectRef idx="0">
            <a:scrgbClr r="0" g="0" b="0"/>
          </a:effectRef>
          <a:fontRef idx="minor"/>
        </p:style>
        <p:txBody>
          <a:bodyPr horzOverflow="overflow" lIns="90000" tIns="45000" rIns="90000" bIns="45000" numCol="1" spcCol="0" anchor="ctr">
            <a:noAutofit/>
          </a:bodyPr>
          <a:lstStyle/>
          <a:p>
            <a:pPr algn="ctr" defTabSz="914400">
              <a:lnSpc>
                <a:spcPct val="100000"/>
              </a:lnSpc>
              <a:tabLst>
                <a:tab pos="0" algn="l"/>
              </a:tabLst>
            </a:pPr>
            <a:endParaRPr lang="en-US" sz="1800" b="0" strike="noStrike" spc="-1">
              <a:solidFill>
                <a:srgbClr val="FFFFFF"/>
              </a:solidFill>
              <a:latin typeface="Arial"/>
            </a:endParaRPr>
          </a:p>
        </p:txBody>
      </p:sp>
      <p:sp>
        <p:nvSpPr>
          <p:cNvPr id="830"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IN" sz="3200" b="1" strike="noStrike" spc="-1">
                <a:solidFill>
                  <a:schemeClr val="accent5"/>
                </a:solidFill>
                <a:latin typeface="Noto Sans"/>
                <a:ea typeface="Noto Sans"/>
              </a:rPr>
              <a:t>Event Organisers</a:t>
            </a:r>
            <a:endParaRPr lang="en-US" sz="3200" b="0" strike="noStrike" spc="-1">
              <a:solidFill>
                <a:srgbClr val="000000"/>
              </a:solidFill>
              <a:latin typeface="Arial"/>
            </a:endParaRPr>
          </a:p>
        </p:txBody>
      </p:sp>
      <p:sp>
        <p:nvSpPr>
          <p:cNvPr id="831" name="PlaceHolder 2"/>
          <p:cNvSpPr>
            <a:spLocks noGrp="1"/>
          </p:cNvSpPr>
          <p:nvPr>
            <p:ph type="sldNum" idx="63"/>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0" strike="noStrike" spc="-1">
                <a:solidFill>
                  <a:srgbClr val="FFFFFF"/>
                </a:solidFill>
                <a:latin typeface="Arial"/>
                <a:ea typeface="Open Sans"/>
              </a:defRPr>
            </a:lvl1pPr>
          </a:lstStyle>
          <a:p>
            <a:pPr indent="0" algn="ctr" defTabSz="914400">
              <a:lnSpc>
                <a:spcPct val="100000"/>
              </a:lnSpc>
              <a:buNone/>
              <a:tabLst>
                <a:tab pos="0" algn="l"/>
              </a:tabLst>
            </a:pPr>
            <a:fld id="{5DD39BB7-1EBB-4458-8EA1-B140C2AF69FF}" type="slidenum">
              <a:rPr lang="en-IN" sz="800" b="0" strike="noStrike" spc="-1">
                <a:solidFill>
                  <a:srgbClr val="FFFFFF"/>
                </a:solidFill>
                <a:latin typeface="Arial"/>
                <a:ea typeface="Open Sans"/>
              </a:rPr>
              <a:t>22</a:t>
            </a:fld>
            <a:endParaRPr lang="en-US" sz="800" b="0" strike="noStrike" spc="-1">
              <a:solidFill>
                <a:srgbClr val="000000"/>
              </a:solidFill>
              <a:latin typeface="Times New Roman"/>
            </a:endParaRPr>
          </a:p>
        </p:txBody>
      </p:sp>
      <p:grpSp>
        <p:nvGrpSpPr>
          <p:cNvPr id="832" name="Group 56"/>
          <p:cNvGrpSpPr/>
          <p:nvPr/>
        </p:nvGrpSpPr>
        <p:grpSpPr>
          <a:xfrm>
            <a:off x="43920" y="4649400"/>
            <a:ext cx="160200" cy="799920"/>
            <a:chOff x="43920" y="4649400"/>
            <a:chExt cx="160200" cy="799920"/>
          </a:xfrm>
        </p:grpSpPr>
        <p:grpSp>
          <p:nvGrpSpPr>
            <p:cNvPr id="833" name="Group 21"/>
            <p:cNvGrpSpPr/>
            <p:nvPr/>
          </p:nvGrpSpPr>
          <p:grpSpPr>
            <a:xfrm>
              <a:off x="43920" y="5289120"/>
              <a:ext cx="160200" cy="160200"/>
              <a:chOff x="43920" y="5289120"/>
              <a:chExt cx="160200" cy="160200"/>
            </a:xfrm>
          </p:grpSpPr>
          <p:cxnSp>
            <p:nvCxnSpPr>
              <p:cNvPr id="834" name="Straight Connector 30"/>
              <p:cNvCxnSpPr/>
              <p:nvPr/>
            </p:nvCxnSpPr>
            <p:spPr>
              <a:xfrm flipV="1">
                <a:off x="123840" y="5289120"/>
                <a:ext cx="1080" cy="160560"/>
              </a:xfrm>
              <a:prstGeom prst="straightConnector1">
                <a:avLst/>
              </a:prstGeom>
              <a:ln w="12700">
                <a:solidFill>
                  <a:srgbClr val="FFFFFF"/>
                </a:solidFill>
                <a:miter/>
              </a:ln>
            </p:spPr>
          </p:cxnSp>
          <p:cxnSp>
            <p:nvCxnSpPr>
              <p:cNvPr id="835" name="Straight Connector 31"/>
              <p:cNvCxnSpPr/>
              <p:nvPr/>
            </p:nvCxnSpPr>
            <p:spPr>
              <a:xfrm flipH="1">
                <a:off x="43920" y="5368680"/>
                <a:ext cx="160560" cy="1080"/>
              </a:xfrm>
              <a:prstGeom prst="straightConnector1">
                <a:avLst/>
              </a:prstGeom>
              <a:ln w="12700">
                <a:solidFill>
                  <a:srgbClr val="FFFFFF"/>
                </a:solidFill>
                <a:miter/>
              </a:ln>
            </p:spPr>
          </p:cxnSp>
        </p:grpSp>
        <p:grpSp>
          <p:nvGrpSpPr>
            <p:cNvPr id="836" name="Group 22"/>
            <p:cNvGrpSpPr/>
            <p:nvPr/>
          </p:nvGrpSpPr>
          <p:grpSpPr>
            <a:xfrm>
              <a:off x="106560" y="4649400"/>
              <a:ext cx="33840" cy="582840"/>
              <a:chOff x="106560" y="4649400"/>
              <a:chExt cx="33840" cy="582840"/>
            </a:xfrm>
          </p:grpSpPr>
          <p:sp>
            <p:nvSpPr>
              <p:cNvPr id="837" name="Oval 23"/>
              <p:cNvSpPr/>
              <p:nvPr/>
            </p:nvSpPr>
            <p:spPr>
              <a:xfrm flipV="1">
                <a:off x="106560" y="5198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38" name="Oval 24"/>
              <p:cNvSpPr/>
              <p:nvPr/>
            </p:nvSpPr>
            <p:spPr>
              <a:xfrm flipV="1">
                <a:off x="106560" y="510696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39" name="Oval 25"/>
              <p:cNvSpPr/>
              <p:nvPr/>
            </p:nvSpPr>
            <p:spPr>
              <a:xfrm flipV="1">
                <a:off x="106560" y="501552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40" name="Oval 26"/>
              <p:cNvSpPr/>
              <p:nvPr/>
            </p:nvSpPr>
            <p:spPr>
              <a:xfrm flipV="1">
                <a:off x="106560" y="492408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41" name="Oval 27"/>
              <p:cNvSpPr/>
              <p:nvPr/>
            </p:nvSpPr>
            <p:spPr>
              <a:xfrm flipV="1">
                <a:off x="106560" y="48326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42" name="Oval 28"/>
              <p:cNvSpPr/>
              <p:nvPr/>
            </p:nvSpPr>
            <p:spPr>
              <a:xfrm flipV="1">
                <a:off x="106560" y="47408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43" name="Oval 29"/>
              <p:cNvSpPr/>
              <p:nvPr/>
            </p:nvSpPr>
            <p:spPr>
              <a:xfrm flipV="1">
                <a:off x="106560" y="4649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sp>
        <p:nvSpPr>
          <p:cNvPr id="844" name="Rectangle 32"/>
          <p:cNvSpPr/>
          <p:nvPr/>
        </p:nvSpPr>
        <p:spPr>
          <a:xfrm>
            <a:off x="4016160" y="1031040"/>
            <a:ext cx="389160" cy="541908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cxnSp>
        <p:nvCxnSpPr>
          <p:cNvPr id="845" name="Straight Connector 52"/>
          <p:cNvCxnSpPr/>
          <p:nvPr/>
        </p:nvCxnSpPr>
        <p:spPr>
          <a:xfrm>
            <a:off x="4161960" y="1028520"/>
            <a:ext cx="1080" cy="5411160"/>
          </a:xfrm>
          <a:prstGeom prst="straightConnector1">
            <a:avLst/>
          </a:prstGeom>
          <a:ln w="0">
            <a:solidFill>
              <a:srgbClr val="F2F2F2"/>
            </a:solidFill>
          </a:ln>
        </p:spPr>
      </p:cxnSp>
      <p:cxnSp>
        <p:nvCxnSpPr>
          <p:cNvPr id="846" name="Straight Connector 53"/>
          <p:cNvCxnSpPr/>
          <p:nvPr/>
        </p:nvCxnSpPr>
        <p:spPr>
          <a:xfrm>
            <a:off x="4184640" y="1028520"/>
            <a:ext cx="1080" cy="5411160"/>
          </a:xfrm>
          <a:prstGeom prst="straightConnector1">
            <a:avLst/>
          </a:prstGeom>
          <a:ln w="0">
            <a:solidFill>
              <a:srgbClr val="F2F2F2"/>
            </a:solidFill>
          </a:ln>
        </p:spPr>
      </p:cxnSp>
      <p:grpSp>
        <p:nvGrpSpPr>
          <p:cNvPr id="847" name="Group 35"/>
          <p:cNvGrpSpPr/>
          <p:nvPr/>
        </p:nvGrpSpPr>
        <p:grpSpPr>
          <a:xfrm>
            <a:off x="4129920" y="3557520"/>
            <a:ext cx="240840" cy="88920"/>
            <a:chOff x="4129920" y="3557520"/>
            <a:chExt cx="240840" cy="88920"/>
          </a:xfrm>
        </p:grpSpPr>
        <p:cxnSp>
          <p:nvCxnSpPr>
            <p:cNvPr id="848" name="Straight Arrow Connector 49"/>
            <p:cNvCxnSpPr/>
            <p:nvPr/>
          </p:nvCxnSpPr>
          <p:spPr>
            <a:xfrm>
              <a:off x="4214520" y="3602160"/>
              <a:ext cx="156600" cy="1080"/>
            </a:xfrm>
            <a:prstGeom prst="straightConnector1">
              <a:avLst/>
            </a:prstGeom>
            <a:ln w="0">
              <a:solidFill>
                <a:srgbClr val="FFFFFF"/>
              </a:solidFill>
              <a:tailEnd type="triangle" w="med" len="med"/>
            </a:ln>
          </p:spPr>
        </p:cxnSp>
        <p:sp>
          <p:nvSpPr>
            <p:cNvPr id="849" name="Oval 48"/>
            <p:cNvSpPr/>
            <p:nvPr/>
          </p:nvSpPr>
          <p:spPr>
            <a:xfrm>
              <a:off x="4129920" y="3557520"/>
              <a:ext cx="91440" cy="88920"/>
            </a:xfrm>
            <a:prstGeom prst="ellipse">
              <a:avLst/>
            </a:prstGeom>
            <a:solidFill>
              <a:schemeClr val="accent2"/>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50" name="Group 58"/>
          <p:cNvGrpSpPr/>
          <p:nvPr/>
        </p:nvGrpSpPr>
        <p:grpSpPr>
          <a:xfrm>
            <a:off x="4129920" y="1412280"/>
            <a:ext cx="240840" cy="88920"/>
            <a:chOff x="4129920" y="1412280"/>
            <a:chExt cx="240840" cy="88920"/>
          </a:xfrm>
        </p:grpSpPr>
        <p:cxnSp>
          <p:nvCxnSpPr>
            <p:cNvPr id="851" name="Straight Arrow Connector 51"/>
            <p:cNvCxnSpPr/>
            <p:nvPr/>
          </p:nvCxnSpPr>
          <p:spPr>
            <a:xfrm>
              <a:off x="4214520" y="1457280"/>
              <a:ext cx="156600" cy="1080"/>
            </a:xfrm>
            <a:prstGeom prst="straightConnector1">
              <a:avLst/>
            </a:prstGeom>
            <a:ln w="0">
              <a:solidFill>
                <a:srgbClr val="FFFFFF"/>
              </a:solidFill>
              <a:tailEnd type="triangle" w="med" len="med"/>
            </a:ln>
          </p:spPr>
        </p:cxnSp>
        <p:sp>
          <p:nvSpPr>
            <p:cNvPr id="852" name="Oval 50"/>
            <p:cNvSpPr/>
            <p:nvPr/>
          </p:nvSpPr>
          <p:spPr>
            <a:xfrm>
              <a:off x="4129920" y="141228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53" name="Group 59"/>
          <p:cNvGrpSpPr/>
          <p:nvPr/>
        </p:nvGrpSpPr>
        <p:grpSpPr>
          <a:xfrm>
            <a:off x="4129920" y="5982120"/>
            <a:ext cx="240840" cy="88920"/>
            <a:chOff x="4129920" y="5982120"/>
            <a:chExt cx="240840" cy="88920"/>
          </a:xfrm>
        </p:grpSpPr>
        <p:cxnSp>
          <p:nvCxnSpPr>
            <p:cNvPr id="854" name="Straight Arrow Connector 47"/>
            <p:cNvCxnSpPr/>
            <p:nvPr/>
          </p:nvCxnSpPr>
          <p:spPr>
            <a:xfrm>
              <a:off x="4214520" y="6026760"/>
              <a:ext cx="156600" cy="1080"/>
            </a:xfrm>
            <a:prstGeom prst="straightConnector1">
              <a:avLst/>
            </a:prstGeom>
            <a:ln w="0">
              <a:solidFill>
                <a:srgbClr val="FFFFFF"/>
              </a:solidFill>
              <a:tailEnd type="triangle" w="med" len="med"/>
            </a:ln>
          </p:spPr>
        </p:cxnSp>
        <p:sp>
          <p:nvSpPr>
            <p:cNvPr id="855" name="Oval 46"/>
            <p:cNvSpPr/>
            <p:nvPr/>
          </p:nvSpPr>
          <p:spPr>
            <a:xfrm>
              <a:off x="4129920" y="598212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sp>
        <p:nvSpPr>
          <p:cNvPr id="856" name="TextBox 55"/>
          <p:cNvSpPr/>
          <p:nvPr/>
        </p:nvSpPr>
        <p:spPr>
          <a:xfrm>
            <a:off x="5485320" y="1794960"/>
            <a:ext cx="6597360" cy="90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The objectives of LoLiPoP IoT (Long Life Power Platforms for Internet of Things)  are to develop energy harvesting-based innovative Long Life Power Platforms that enable retrofit of wireless sensor network edge devices for asset tracking, condition and performance monitoring. </a:t>
            </a:r>
            <a:r>
              <a:rPr lang="en-US" sz="1300" b="0" i="1" u="sng" strike="noStrike" spc="-1">
                <a:solidFill>
                  <a:srgbClr val="0563C1"/>
                </a:solidFill>
                <a:uFillTx/>
                <a:latin typeface="Open Sans"/>
                <a:ea typeface="Open Sans"/>
                <a:hlinkClick r:id="rId3"/>
              </a:rPr>
              <a:t>www.lolipop-iot.eu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pic>
        <p:nvPicPr>
          <p:cNvPr id="857" name="Picture 43" descr="Background pattern&#10;&#10;Description automatically generated"/>
          <p:cNvPicPr/>
          <p:nvPr/>
        </p:nvPicPr>
        <p:blipFill>
          <a:blip r:embed="rId4"/>
          <a:stretch/>
        </p:blipFill>
        <p:spPr>
          <a:xfrm>
            <a:off x="4534920" y="1016280"/>
            <a:ext cx="902880" cy="601920"/>
          </a:xfrm>
          <a:prstGeom prst="rect">
            <a:avLst/>
          </a:prstGeom>
          <a:ln w="0">
            <a:noFill/>
          </a:ln>
        </p:spPr>
      </p:pic>
      <p:sp>
        <p:nvSpPr>
          <p:cNvPr id="858" name="Picture Placeholder 8"/>
          <p:cNvSpPr/>
          <p:nvPr/>
        </p:nvSpPr>
        <p:spPr>
          <a:xfrm>
            <a:off x="219960" y="1031040"/>
            <a:ext cx="3830400" cy="5419080"/>
          </a:xfrm>
          <a:custGeom>
            <a:avLst/>
            <a:gdLst>
              <a:gd name="textAreaLeft" fmla="*/ 0 w 3830400"/>
              <a:gd name="textAreaRight" fmla="*/ 3831480 w 3830400"/>
              <a:gd name="textAreaTop" fmla="*/ 0 h 5419080"/>
              <a:gd name="textAreaBottom" fmla="*/ 5420160 h 5419080"/>
            </a:gdLst>
            <a:ahLst/>
            <a:cxnLst/>
            <a:rect l="textAreaLeft" t="textAreaTop" r="textAreaRight" b="textAreaBottom"/>
            <a:pathLst>
              <a:path w="3831570" h="5420165">
                <a:moveTo>
                  <a:pt x="0" y="0"/>
                </a:moveTo>
                <a:lnTo>
                  <a:pt x="3831570" y="0"/>
                </a:lnTo>
                <a:lnTo>
                  <a:pt x="3831570" y="5420165"/>
                </a:lnTo>
                <a:lnTo>
                  <a:pt x="0" y="5420165"/>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859" name="Title 1"/>
          <p:cNvSpPr/>
          <p:nvPr/>
        </p:nvSpPr>
        <p:spPr>
          <a:xfrm>
            <a:off x="203760" y="1735920"/>
            <a:ext cx="3957480" cy="429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spcAft>
                <a:spcPts val="601"/>
              </a:spcAft>
            </a:pPr>
            <a:r>
              <a:rPr lang="en-IN" sz="1600" b="1" strike="noStrike" spc="-1">
                <a:solidFill>
                  <a:schemeClr val="accent5"/>
                </a:solidFill>
                <a:latin typeface="Open Sans"/>
                <a:ea typeface="Open Sans"/>
              </a:rPr>
              <a:t>LoLiPoP IoT</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EdgeAI-Trust</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AIMS5.0</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MOSAIC</a:t>
            </a:r>
            <a:endParaRPr lang="en-US" sz="1600" b="0" strike="noStrike" spc="-1">
              <a:solidFill>
                <a:srgbClr val="000000"/>
              </a:solidFill>
              <a:latin typeface="Arial"/>
            </a:endParaRPr>
          </a:p>
        </p:txBody>
      </p:sp>
      <p:pic>
        <p:nvPicPr>
          <p:cNvPr id="860" name="Picture 3"/>
          <p:cNvPicPr/>
          <p:nvPr/>
        </p:nvPicPr>
        <p:blipFill>
          <a:blip r:embed="rId6"/>
          <a:stretch/>
        </p:blipFill>
        <p:spPr>
          <a:xfrm>
            <a:off x="4504320" y="2100240"/>
            <a:ext cx="960120" cy="235440"/>
          </a:xfrm>
          <a:prstGeom prst="rect">
            <a:avLst/>
          </a:prstGeom>
          <a:ln w="0">
            <a:noFill/>
          </a:ln>
        </p:spPr>
      </p:pic>
      <p:sp>
        <p:nvSpPr>
          <p:cNvPr id="861" name="TextBox 4"/>
          <p:cNvSpPr/>
          <p:nvPr/>
        </p:nvSpPr>
        <p:spPr>
          <a:xfrm>
            <a:off x="5485320" y="5187240"/>
            <a:ext cx="6597360" cy="127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300" b="0" i="1" strike="noStrike" spc="-1">
                <a:solidFill>
                  <a:srgbClr val="03234B"/>
                </a:solidFill>
                <a:latin typeface="Open Sans"/>
                <a:ea typeface="Open Sans"/>
              </a:rPr>
              <a:t>The MOSAIC project aims to achieve European technological independence and digital autonomy in Electronic Components and Systems (ECS) for automated systems, aligning with the EU Chips Act. It will develop next-generation, energy-efficient, and robust cognitive ECS, focusing on integrating diverse perception hardware and fostering interoperability to gain a competitive advantage for European manufacturers</a:t>
            </a:r>
            <a:r>
              <a:rPr lang="en-GB" sz="1300" b="0" i="1" strike="noStrike" spc="-1">
                <a:solidFill>
                  <a:srgbClr val="03234B"/>
                </a:solidFill>
                <a:latin typeface="Open Sans"/>
                <a:ea typeface="Open Sans"/>
              </a:rPr>
              <a:t>. https://chips-mosaic.eu/</a:t>
            </a:r>
            <a:endParaRPr lang="en-US" sz="1300" b="0" strike="noStrike" spc="-1">
              <a:solidFill>
                <a:srgbClr val="000000"/>
              </a:solidFill>
              <a:latin typeface="Arial"/>
            </a:endParaRPr>
          </a:p>
        </p:txBody>
      </p:sp>
      <p:sp>
        <p:nvSpPr>
          <p:cNvPr id="862" name="TextBox 5"/>
          <p:cNvSpPr/>
          <p:nvPr/>
        </p:nvSpPr>
        <p:spPr>
          <a:xfrm>
            <a:off x="5485320" y="2705400"/>
            <a:ext cx="6522840" cy="1305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GB" sz="1300" b="0" i="1" strike="noStrike" spc="-1">
                <a:solidFill>
                  <a:srgbClr val="03234B"/>
                </a:solidFill>
                <a:latin typeface="Open Sans"/>
                <a:ea typeface="Open Sans"/>
              </a:rPr>
              <a:t>EdgeAI-Trust addresses an advanced, trustworthy edge AI ecosystem through cutting-edge hardware, software, and tools. The project aims to enhance decentralized EdgeAI operations that are secure, reliable, and sustainable. By integrating AI-based algorithms, devices, and APIs, EdgeAI-Trust fosters interoperability and secure data exchange across diverse platforms. from sensor-actuated devices to cloud systems, all within a dynamic zero trust environment.</a:t>
            </a:r>
            <a:r>
              <a:rPr lang="en-US" sz="1300" b="0" i="1" strike="noStrike" spc="-1">
                <a:solidFill>
                  <a:srgbClr val="03234B"/>
                </a:solidFill>
                <a:latin typeface="Open Sans"/>
                <a:ea typeface="Open Sans"/>
              </a:rPr>
              <a:t> </a:t>
            </a:r>
            <a:r>
              <a:rPr lang="en-US" sz="1300" b="0" i="1" u="sng" strike="noStrike" spc="-1">
                <a:solidFill>
                  <a:srgbClr val="0563C1"/>
                </a:solidFill>
                <a:uFillTx/>
                <a:latin typeface="Open Sans"/>
                <a:ea typeface="Open Sans"/>
                <a:hlinkClick r:id="rId7"/>
              </a:rPr>
              <a:t>https://www.edgeai-trust.eu/</a:t>
            </a:r>
            <a:r>
              <a:rPr lang="en-US" sz="1300" b="0" i="1" strike="noStrike" spc="-1">
                <a:solidFill>
                  <a:srgbClr val="03234B"/>
                </a:solidFill>
                <a:latin typeface="Open Sans"/>
                <a:ea typeface="Open Sans"/>
              </a:rPr>
              <a:t> </a:t>
            </a:r>
            <a:endParaRPr lang="en-US" sz="1300" b="0" strike="noStrike" spc="-1">
              <a:solidFill>
                <a:srgbClr val="000000"/>
              </a:solidFill>
              <a:latin typeface="Arial"/>
            </a:endParaRPr>
          </a:p>
        </p:txBody>
      </p:sp>
      <p:sp>
        <p:nvSpPr>
          <p:cNvPr id="863" name="TextBox 6"/>
          <p:cNvSpPr/>
          <p:nvPr/>
        </p:nvSpPr>
        <p:spPr>
          <a:xfrm>
            <a:off x="5485320" y="4022640"/>
            <a:ext cx="6522840" cy="1107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GB" sz="1300" b="0" i="1" strike="noStrike" spc="-1">
                <a:solidFill>
                  <a:srgbClr val="03234B"/>
                </a:solidFill>
                <a:latin typeface="Open Sans"/>
                <a:ea typeface="Open Sans"/>
              </a:rPr>
              <a:t>AIMS5.0 aims to boost the economy by adopting, extending, and implementing AI-enabled HW and SW components and systems across the entire industrial value chain. New technologies from IoT and based on Semantic Web ontologies, ML and AI help European manufacturers to shift from Industry 4.0 to Industry 5.0, creating human-centric workplace conditions and a climate-friendly production. </a:t>
            </a:r>
            <a:r>
              <a:rPr lang="en-GB" sz="1300" b="0" i="1" u="sng" strike="noStrike" spc="-1">
                <a:solidFill>
                  <a:srgbClr val="0563C1"/>
                </a:solidFill>
                <a:uFillTx/>
                <a:latin typeface="Open Sans"/>
                <a:ea typeface="Open Sans"/>
                <a:hlinkClick r:id="rId8"/>
              </a:rPr>
              <a:t>https://aims50.eu/</a:t>
            </a:r>
            <a:r>
              <a:rPr lang="en-GB" sz="1300" b="0" i="1" strike="noStrike" spc="-1">
                <a:solidFill>
                  <a:srgbClr val="03234B"/>
                </a:solidFill>
                <a:latin typeface="Open Sans"/>
                <a:ea typeface="Open Sans"/>
              </a:rPr>
              <a:t> </a:t>
            </a:r>
            <a:endParaRPr lang="en-US" sz="1300" b="0" strike="noStrike" spc="-1">
              <a:solidFill>
                <a:srgbClr val="000000"/>
              </a:solidFill>
              <a:latin typeface="Arial"/>
            </a:endParaRPr>
          </a:p>
        </p:txBody>
      </p:sp>
      <p:pic>
        <p:nvPicPr>
          <p:cNvPr id="864" name="Picture 13" descr="A blue and black logo&#10;&#10;AI-generated content may be incorrect."/>
          <p:cNvPicPr/>
          <p:nvPr/>
        </p:nvPicPr>
        <p:blipFill>
          <a:blip r:embed="rId9"/>
          <a:stretch/>
        </p:blipFill>
        <p:spPr>
          <a:xfrm>
            <a:off x="4527360" y="3285720"/>
            <a:ext cx="914760" cy="142200"/>
          </a:xfrm>
          <a:prstGeom prst="rect">
            <a:avLst/>
          </a:prstGeom>
          <a:ln w="0">
            <a:noFill/>
          </a:ln>
        </p:spPr>
      </p:pic>
      <p:pic>
        <p:nvPicPr>
          <p:cNvPr id="865" name="Picture 19" descr="A logo with a triangle and a green and blue text&#10;&#10;AI-generated content may be incorrect."/>
          <p:cNvPicPr/>
          <p:nvPr/>
        </p:nvPicPr>
        <p:blipFill>
          <a:blip r:embed="rId10"/>
          <a:stretch/>
        </p:blipFill>
        <p:spPr>
          <a:xfrm>
            <a:off x="4557240" y="4254480"/>
            <a:ext cx="854640" cy="577800"/>
          </a:xfrm>
          <a:prstGeom prst="rect">
            <a:avLst/>
          </a:prstGeom>
          <a:ln w="0">
            <a:noFill/>
          </a:ln>
        </p:spPr>
      </p:pic>
      <p:pic>
        <p:nvPicPr>
          <p:cNvPr id="866" name="Picture 9"/>
          <p:cNvPicPr/>
          <p:nvPr/>
        </p:nvPicPr>
        <p:blipFill>
          <a:blip r:embed="rId11"/>
          <a:stretch/>
        </p:blipFill>
        <p:spPr>
          <a:xfrm>
            <a:off x="4690080" y="5344200"/>
            <a:ext cx="588600" cy="68148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4000" advTm="10000">
        <p14:prism isInverted="1"/>
      </p:transition>
    </mc:Choice>
    <mc:Fallback xmlns:p15="http://schemas.microsoft.com/office/powerpoint/2012/main" xmlns="">
      <p:transition spd="slow" advTm="10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 name="Rectangle 9"/>
          <p:cNvSpPr/>
          <p:nvPr/>
        </p:nvSpPr>
        <p:spPr>
          <a:xfrm>
            <a:off x="123840" y="937440"/>
            <a:ext cx="4349160" cy="5557320"/>
          </a:xfrm>
          <a:prstGeom prst="rect">
            <a:avLst/>
          </a:prstGeom>
          <a:noFill/>
          <a:ln w="0">
            <a:solidFill>
              <a:srgbClr val="943AAC"/>
            </a:solidFill>
          </a:ln>
        </p:spPr>
        <p:style>
          <a:lnRef idx="0">
            <a:scrgbClr r="0" g="0" b="0"/>
          </a:lnRef>
          <a:fillRef idx="0">
            <a:scrgbClr r="0" g="0" b="0"/>
          </a:fillRef>
          <a:effectRef idx="0">
            <a:scrgbClr r="0" g="0" b="0"/>
          </a:effectRef>
          <a:fontRef idx="minor"/>
        </p:style>
        <p:txBody>
          <a:bodyPr horzOverflow="overflow" lIns="90000" tIns="45000" rIns="90000" bIns="45000" numCol="1" spcCol="0" anchor="ctr">
            <a:noAutofit/>
          </a:bodyPr>
          <a:lstStyle/>
          <a:p>
            <a:pPr algn="ctr" defTabSz="914400">
              <a:lnSpc>
                <a:spcPct val="100000"/>
              </a:lnSpc>
              <a:tabLst>
                <a:tab pos="0" algn="l"/>
              </a:tabLst>
            </a:pPr>
            <a:endParaRPr lang="en-US" sz="1800" b="0" strike="noStrike" spc="-1">
              <a:solidFill>
                <a:srgbClr val="FFFFFF"/>
              </a:solidFill>
              <a:latin typeface="Arial"/>
            </a:endParaRPr>
          </a:p>
        </p:txBody>
      </p:sp>
      <p:sp>
        <p:nvSpPr>
          <p:cNvPr id="868" name="PlaceHolder 1"/>
          <p:cNvSpPr>
            <a:spLocks noGrp="1"/>
          </p:cNvSpPr>
          <p:nvPr>
            <p:ph type="title"/>
          </p:nvPr>
        </p:nvSpPr>
        <p:spPr>
          <a:xfrm>
            <a:off x="185040" y="190800"/>
            <a:ext cx="11823120" cy="602280"/>
          </a:xfrm>
          <a:prstGeom prst="rect">
            <a:avLst/>
          </a:prstGeom>
          <a:noFill/>
          <a:ln w="0">
            <a:noFill/>
          </a:ln>
        </p:spPr>
        <p:txBody>
          <a:bodyPr lIns="91440" tIns="45720" rIns="91440" bIns="45720" anchor="ctr">
            <a:normAutofit/>
          </a:bodyPr>
          <a:lstStyle/>
          <a:p>
            <a:pPr indent="0" defTabSz="914400">
              <a:lnSpc>
                <a:spcPct val="90000"/>
              </a:lnSpc>
              <a:buNone/>
              <a:tabLst>
                <a:tab pos="0" algn="l"/>
              </a:tabLst>
            </a:pPr>
            <a:r>
              <a:rPr lang="en-IN" sz="3200" b="1" strike="noStrike" spc="-1">
                <a:solidFill>
                  <a:schemeClr val="accent5"/>
                </a:solidFill>
                <a:latin typeface="Noto Sans"/>
                <a:ea typeface="Noto Sans"/>
              </a:rPr>
              <a:t>Supporting Organizations</a:t>
            </a:r>
            <a:endParaRPr lang="en-US" sz="3200" b="0" strike="noStrike" spc="-1">
              <a:solidFill>
                <a:srgbClr val="000000"/>
              </a:solidFill>
              <a:latin typeface="Arial"/>
            </a:endParaRPr>
          </a:p>
        </p:txBody>
      </p:sp>
      <p:sp>
        <p:nvSpPr>
          <p:cNvPr id="869" name="PlaceHolder 2"/>
          <p:cNvSpPr>
            <a:spLocks noGrp="1"/>
          </p:cNvSpPr>
          <p:nvPr>
            <p:ph type="sldNum" idx="64"/>
          </p:nvPr>
        </p:nvSpPr>
        <p:spPr>
          <a:xfrm>
            <a:off x="11719440" y="6655680"/>
            <a:ext cx="363240" cy="1238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IN" sz="800" b="0" strike="noStrike" spc="-1">
                <a:solidFill>
                  <a:srgbClr val="FFFFFF"/>
                </a:solidFill>
                <a:latin typeface="Arial"/>
                <a:ea typeface="Open Sans"/>
              </a:defRPr>
            </a:lvl1pPr>
          </a:lstStyle>
          <a:p>
            <a:pPr indent="0" algn="ctr" defTabSz="914400">
              <a:lnSpc>
                <a:spcPct val="100000"/>
              </a:lnSpc>
              <a:buNone/>
              <a:tabLst>
                <a:tab pos="0" algn="l"/>
              </a:tabLst>
            </a:pPr>
            <a:fld id="{EF932BC3-CB39-471D-AE11-2E7DEBADDD50}" type="slidenum">
              <a:rPr lang="en-IN" sz="800" b="0" strike="noStrike" spc="-1">
                <a:solidFill>
                  <a:srgbClr val="FFFFFF"/>
                </a:solidFill>
                <a:latin typeface="Arial"/>
                <a:ea typeface="Open Sans"/>
              </a:rPr>
              <a:t>23</a:t>
            </a:fld>
            <a:endParaRPr lang="en-US" sz="800" b="0" strike="noStrike" spc="-1">
              <a:solidFill>
                <a:srgbClr val="000000"/>
              </a:solidFill>
              <a:latin typeface="Times New Roman"/>
            </a:endParaRPr>
          </a:p>
        </p:txBody>
      </p:sp>
      <p:sp>
        <p:nvSpPr>
          <p:cNvPr id="870" name="TextBox 4"/>
          <p:cNvSpPr/>
          <p:nvPr/>
        </p:nvSpPr>
        <p:spPr>
          <a:xfrm>
            <a:off x="5486400" y="2800080"/>
            <a:ext cx="6596280" cy="118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400" b="0" i="1" strike="noStrike" spc="-1">
                <a:solidFill>
                  <a:srgbClr val="03234B"/>
                </a:solidFill>
                <a:latin typeface="Open Sans"/>
                <a:ea typeface="Open Sans"/>
              </a:rPr>
              <a:t>The European Technology Platform on Smart Systems Integration is an industry-driven policy initiative, defining research, development and innovation needs as well as policy requirements related to Smart Systems Integration and integrated Micro- and Nanosystems. The main objective is to develop a vision and to set up a Strategic Research Agenda. </a:t>
            </a:r>
            <a:r>
              <a:rPr lang="en-US" sz="1400" b="0" i="1" u="sng" strike="noStrike" spc="-1">
                <a:solidFill>
                  <a:srgbClr val="0563C1"/>
                </a:solidFill>
                <a:uFillTx/>
                <a:latin typeface="Open Sans"/>
                <a:ea typeface="Open Sans"/>
                <a:hlinkClick r:id="rId3"/>
              </a:rPr>
              <a:t>www.smart-systems-integration.org</a:t>
            </a:r>
            <a:r>
              <a:rPr lang="en-US" sz="1400" b="0" i="1" strike="noStrike" spc="-1">
                <a:solidFill>
                  <a:srgbClr val="03234B"/>
                </a:solidFill>
                <a:latin typeface="Open Sans"/>
                <a:ea typeface="Open Sans"/>
              </a:rPr>
              <a:t>   </a:t>
            </a:r>
            <a:endParaRPr lang="en-US" sz="1400" b="0" strike="noStrike" spc="-1">
              <a:solidFill>
                <a:srgbClr val="000000"/>
              </a:solidFill>
              <a:latin typeface="Arial"/>
            </a:endParaRPr>
          </a:p>
        </p:txBody>
      </p:sp>
      <p:sp>
        <p:nvSpPr>
          <p:cNvPr id="871" name="TextBox 5"/>
          <p:cNvSpPr/>
          <p:nvPr/>
        </p:nvSpPr>
        <p:spPr>
          <a:xfrm>
            <a:off x="5486400" y="3972960"/>
            <a:ext cx="6596280" cy="118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400" b="0" i="1" strike="noStrike" spc="-1">
                <a:solidFill>
                  <a:srgbClr val="03234B"/>
                </a:solidFill>
                <a:latin typeface="Open Sans"/>
                <a:ea typeface="Open Sans"/>
              </a:rPr>
              <a:t>Inside Industry Association is the European Technology Platform for research, design and innovation on Intelligent Digital Systems and their applications. The Association is a membership organisation for the European research and innovation actors with more than 200 members and associates from all over Europe. </a:t>
            </a:r>
            <a:r>
              <a:rPr lang="en-US" sz="1400" b="0" i="1" u="sng" strike="noStrike" spc="-1">
                <a:solidFill>
                  <a:srgbClr val="0563C1"/>
                </a:solidFill>
                <a:uFillTx/>
                <a:latin typeface="Open Sans"/>
                <a:ea typeface="Open Sans"/>
                <a:hlinkClick r:id="rId4"/>
              </a:rPr>
              <a:t>www.inside-association.eu</a:t>
            </a:r>
            <a:r>
              <a:rPr lang="en-US" sz="1400" b="0" i="1" strike="noStrike" spc="-1">
                <a:solidFill>
                  <a:srgbClr val="03234B"/>
                </a:solidFill>
                <a:latin typeface="Open Sans"/>
                <a:ea typeface="Open Sans"/>
              </a:rPr>
              <a:t>  </a:t>
            </a:r>
            <a:endParaRPr lang="en-US" sz="1400" b="0" strike="noStrike" spc="-1">
              <a:solidFill>
                <a:srgbClr val="000000"/>
              </a:solidFill>
              <a:latin typeface="Arial"/>
            </a:endParaRPr>
          </a:p>
        </p:txBody>
      </p:sp>
      <p:sp>
        <p:nvSpPr>
          <p:cNvPr id="872" name="TextBox 6"/>
          <p:cNvSpPr/>
          <p:nvPr/>
        </p:nvSpPr>
        <p:spPr>
          <a:xfrm>
            <a:off x="5486400" y="5145840"/>
            <a:ext cx="6607080" cy="139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400" b="0" i="1" strike="noStrike" spc="-1">
                <a:solidFill>
                  <a:srgbClr val="03234B"/>
                </a:solidFill>
                <a:latin typeface="Open Sans"/>
                <a:ea typeface="Open Sans"/>
              </a:rPr>
              <a:t>Chips Joint Undertaking supports research, development, innovation, and future manufacturing capacities in the European semiconductor ecosystem. Launched as part of the Chips for Europe Initiative, it confronts semiconductor shortages and strengthens Europe's digital autonomy, engaging a significant EU, national/regional and private industry funding of nearly €11 billion. </a:t>
            </a:r>
            <a:r>
              <a:rPr lang="en-US" sz="1400" b="0" i="1" u="sng" strike="noStrike" spc="-1">
                <a:solidFill>
                  <a:srgbClr val="0563C1"/>
                </a:solidFill>
                <a:uFillTx/>
                <a:latin typeface="Open Sans"/>
                <a:ea typeface="Open Sans"/>
                <a:hlinkClick r:id="rId5"/>
              </a:rPr>
              <a:t>https://portal.chips-ju.europa.eu/</a:t>
            </a:r>
            <a:r>
              <a:rPr lang="en-US" sz="1400" b="0" i="1" strike="noStrike" spc="-1">
                <a:solidFill>
                  <a:srgbClr val="03234B"/>
                </a:solidFill>
                <a:latin typeface="Open Sans"/>
                <a:ea typeface="Open Sans"/>
              </a:rPr>
              <a:t> </a:t>
            </a:r>
            <a:endParaRPr lang="en-US" sz="1400" b="0" strike="noStrike" spc="-1">
              <a:solidFill>
                <a:srgbClr val="000000"/>
              </a:solidFill>
              <a:latin typeface="Arial"/>
            </a:endParaRPr>
          </a:p>
        </p:txBody>
      </p:sp>
      <p:sp>
        <p:nvSpPr>
          <p:cNvPr id="873" name="Rectangle 7"/>
          <p:cNvSpPr/>
          <p:nvPr/>
        </p:nvSpPr>
        <p:spPr>
          <a:xfrm>
            <a:off x="0" y="2028240"/>
            <a:ext cx="543600" cy="347832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nvGrpSpPr>
          <p:cNvPr id="874" name="Group 12"/>
          <p:cNvGrpSpPr/>
          <p:nvPr/>
        </p:nvGrpSpPr>
        <p:grpSpPr>
          <a:xfrm>
            <a:off x="43920" y="4649400"/>
            <a:ext cx="160200" cy="799920"/>
            <a:chOff x="43920" y="4649400"/>
            <a:chExt cx="160200" cy="799920"/>
          </a:xfrm>
        </p:grpSpPr>
        <p:grpSp>
          <p:nvGrpSpPr>
            <p:cNvPr id="875" name="Group 17"/>
            <p:cNvGrpSpPr/>
            <p:nvPr/>
          </p:nvGrpSpPr>
          <p:grpSpPr>
            <a:xfrm>
              <a:off x="43920" y="5289120"/>
              <a:ext cx="160200" cy="160200"/>
              <a:chOff x="43920" y="5289120"/>
              <a:chExt cx="160200" cy="160200"/>
            </a:xfrm>
          </p:grpSpPr>
          <p:cxnSp>
            <p:nvCxnSpPr>
              <p:cNvPr id="876" name="Straight Connector 39"/>
              <p:cNvCxnSpPr/>
              <p:nvPr/>
            </p:nvCxnSpPr>
            <p:spPr>
              <a:xfrm flipV="1">
                <a:off x="123840" y="5289120"/>
                <a:ext cx="1080" cy="160560"/>
              </a:xfrm>
              <a:prstGeom prst="straightConnector1">
                <a:avLst/>
              </a:prstGeom>
              <a:ln w="12700">
                <a:solidFill>
                  <a:srgbClr val="FFFFFF"/>
                </a:solidFill>
                <a:miter/>
              </a:ln>
            </p:spPr>
          </p:cxnSp>
          <p:cxnSp>
            <p:nvCxnSpPr>
              <p:cNvPr id="877" name="Straight Connector 40"/>
              <p:cNvCxnSpPr/>
              <p:nvPr/>
            </p:nvCxnSpPr>
            <p:spPr>
              <a:xfrm flipH="1">
                <a:off x="43920" y="5368680"/>
                <a:ext cx="160560" cy="1080"/>
              </a:xfrm>
              <a:prstGeom prst="straightConnector1">
                <a:avLst/>
              </a:prstGeom>
              <a:ln w="12700">
                <a:solidFill>
                  <a:srgbClr val="FFFFFF"/>
                </a:solidFill>
                <a:miter/>
              </a:ln>
            </p:spPr>
          </p:cxnSp>
        </p:grpSp>
        <p:grpSp>
          <p:nvGrpSpPr>
            <p:cNvPr id="878" name="Group 18"/>
            <p:cNvGrpSpPr/>
            <p:nvPr/>
          </p:nvGrpSpPr>
          <p:grpSpPr>
            <a:xfrm>
              <a:off x="106560" y="4649400"/>
              <a:ext cx="33840" cy="582840"/>
              <a:chOff x="106560" y="4649400"/>
              <a:chExt cx="33840" cy="582840"/>
            </a:xfrm>
          </p:grpSpPr>
          <p:sp>
            <p:nvSpPr>
              <p:cNvPr id="879" name="Oval 19"/>
              <p:cNvSpPr/>
              <p:nvPr/>
            </p:nvSpPr>
            <p:spPr>
              <a:xfrm flipV="1">
                <a:off x="106560" y="5198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0" name="Oval 20"/>
              <p:cNvSpPr/>
              <p:nvPr/>
            </p:nvSpPr>
            <p:spPr>
              <a:xfrm flipV="1">
                <a:off x="106560" y="510696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1" name="Oval 33"/>
              <p:cNvSpPr/>
              <p:nvPr/>
            </p:nvSpPr>
            <p:spPr>
              <a:xfrm flipV="1">
                <a:off x="106560" y="501552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2" name="Oval 34"/>
              <p:cNvSpPr/>
              <p:nvPr/>
            </p:nvSpPr>
            <p:spPr>
              <a:xfrm flipV="1">
                <a:off x="106560" y="492408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3" name="Oval 36"/>
              <p:cNvSpPr/>
              <p:nvPr/>
            </p:nvSpPr>
            <p:spPr>
              <a:xfrm flipV="1">
                <a:off x="106560" y="48326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4" name="Oval 37"/>
              <p:cNvSpPr/>
              <p:nvPr/>
            </p:nvSpPr>
            <p:spPr>
              <a:xfrm flipV="1">
                <a:off x="106560" y="474084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sp>
            <p:nvSpPr>
              <p:cNvPr id="885" name="Oval 38"/>
              <p:cNvSpPr/>
              <p:nvPr/>
            </p:nvSpPr>
            <p:spPr>
              <a:xfrm flipV="1">
                <a:off x="106560" y="4649400"/>
                <a:ext cx="33840" cy="33840"/>
              </a:xfrm>
              <a:prstGeom prst="ellipse">
                <a:avLst/>
              </a:prstGeom>
              <a:noFill/>
              <a:ln w="0">
                <a:solidFill>
                  <a:srgbClr val="FFFFFF"/>
                </a:solidFill>
              </a:ln>
            </p:spPr>
            <p:style>
              <a:lnRef idx="0">
                <a:scrgbClr r="0" g="0" b="0"/>
              </a:lnRef>
              <a:fillRef idx="0">
                <a:scrgbClr r="0" g="0" b="0"/>
              </a:fillRef>
              <a:effectRef idx="0">
                <a:scrgbClr r="0" g="0" b="0"/>
              </a:effectRef>
              <a:fontRef idx="minor"/>
            </p:style>
            <p:txBody>
              <a:bodyPr lIns="90000" tIns="-20520" rIns="90000" bIns="-205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sp>
        <p:nvSpPr>
          <p:cNvPr id="886" name="Rectangle 41"/>
          <p:cNvSpPr/>
          <p:nvPr/>
        </p:nvSpPr>
        <p:spPr>
          <a:xfrm>
            <a:off x="4016160" y="1031040"/>
            <a:ext cx="389160" cy="5419080"/>
          </a:xfrm>
          <a:prstGeom prst="rect">
            <a:avLst/>
          </a:prstGeom>
          <a:solidFill>
            <a:schemeClr val="accent1">
              <a:lumMod val="75000"/>
            </a:schemeClr>
          </a:solidFill>
          <a:ln w="1270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cxnSp>
        <p:nvCxnSpPr>
          <p:cNvPr id="887" name="Straight Connector 42"/>
          <p:cNvCxnSpPr/>
          <p:nvPr/>
        </p:nvCxnSpPr>
        <p:spPr>
          <a:xfrm>
            <a:off x="4161960" y="1028520"/>
            <a:ext cx="1080" cy="5411160"/>
          </a:xfrm>
          <a:prstGeom prst="straightConnector1">
            <a:avLst/>
          </a:prstGeom>
          <a:ln w="0">
            <a:solidFill>
              <a:srgbClr val="F2F2F2"/>
            </a:solidFill>
          </a:ln>
        </p:spPr>
      </p:cxnSp>
      <p:cxnSp>
        <p:nvCxnSpPr>
          <p:cNvPr id="888" name="Straight Connector 43"/>
          <p:cNvCxnSpPr/>
          <p:nvPr/>
        </p:nvCxnSpPr>
        <p:spPr>
          <a:xfrm>
            <a:off x="4184640" y="1028520"/>
            <a:ext cx="1080" cy="5411160"/>
          </a:xfrm>
          <a:prstGeom prst="straightConnector1">
            <a:avLst/>
          </a:prstGeom>
          <a:ln w="0">
            <a:solidFill>
              <a:srgbClr val="F2F2F2"/>
            </a:solidFill>
          </a:ln>
        </p:spPr>
      </p:cxnSp>
      <p:grpSp>
        <p:nvGrpSpPr>
          <p:cNvPr id="889" name="Group 44"/>
          <p:cNvGrpSpPr/>
          <p:nvPr/>
        </p:nvGrpSpPr>
        <p:grpSpPr>
          <a:xfrm>
            <a:off x="4129920" y="3557520"/>
            <a:ext cx="240840" cy="88920"/>
            <a:chOff x="4129920" y="3557520"/>
            <a:chExt cx="240840" cy="88920"/>
          </a:xfrm>
        </p:grpSpPr>
        <p:cxnSp>
          <p:nvCxnSpPr>
            <p:cNvPr id="890" name="Straight Arrow Connector 45"/>
            <p:cNvCxnSpPr/>
            <p:nvPr/>
          </p:nvCxnSpPr>
          <p:spPr>
            <a:xfrm>
              <a:off x="4214520" y="3602160"/>
              <a:ext cx="156600" cy="1080"/>
            </a:xfrm>
            <a:prstGeom prst="straightConnector1">
              <a:avLst/>
            </a:prstGeom>
            <a:ln w="0">
              <a:solidFill>
                <a:srgbClr val="FFFFFF"/>
              </a:solidFill>
              <a:tailEnd type="triangle" w="med" len="med"/>
            </a:ln>
          </p:spPr>
        </p:cxnSp>
        <p:sp>
          <p:nvSpPr>
            <p:cNvPr id="891" name="Oval 57"/>
            <p:cNvSpPr/>
            <p:nvPr/>
          </p:nvSpPr>
          <p:spPr>
            <a:xfrm>
              <a:off x="4129920" y="3557520"/>
              <a:ext cx="91440" cy="88920"/>
            </a:xfrm>
            <a:prstGeom prst="ellipse">
              <a:avLst/>
            </a:prstGeom>
            <a:solidFill>
              <a:schemeClr val="accent2"/>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92" name="Group 60"/>
          <p:cNvGrpSpPr/>
          <p:nvPr/>
        </p:nvGrpSpPr>
        <p:grpSpPr>
          <a:xfrm>
            <a:off x="4129920" y="1412280"/>
            <a:ext cx="240840" cy="88920"/>
            <a:chOff x="4129920" y="1412280"/>
            <a:chExt cx="240840" cy="88920"/>
          </a:xfrm>
        </p:grpSpPr>
        <p:cxnSp>
          <p:nvCxnSpPr>
            <p:cNvPr id="893" name="Straight Arrow Connector 61"/>
            <p:cNvCxnSpPr/>
            <p:nvPr/>
          </p:nvCxnSpPr>
          <p:spPr>
            <a:xfrm>
              <a:off x="4214520" y="1457280"/>
              <a:ext cx="156600" cy="1080"/>
            </a:xfrm>
            <a:prstGeom prst="straightConnector1">
              <a:avLst/>
            </a:prstGeom>
            <a:ln w="0">
              <a:solidFill>
                <a:srgbClr val="FFFFFF"/>
              </a:solidFill>
              <a:tailEnd type="triangle" w="med" len="med"/>
            </a:ln>
          </p:spPr>
        </p:cxnSp>
        <p:sp>
          <p:nvSpPr>
            <p:cNvPr id="894" name="Oval 62"/>
            <p:cNvSpPr/>
            <p:nvPr/>
          </p:nvSpPr>
          <p:spPr>
            <a:xfrm>
              <a:off x="4129920" y="141228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grpSp>
        <p:nvGrpSpPr>
          <p:cNvPr id="895" name="Group 63"/>
          <p:cNvGrpSpPr/>
          <p:nvPr/>
        </p:nvGrpSpPr>
        <p:grpSpPr>
          <a:xfrm>
            <a:off x="4129920" y="5982120"/>
            <a:ext cx="240840" cy="88920"/>
            <a:chOff x="4129920" y="5982120"/>
            <a:chExt cx="240840" cy="88920"/>
          </a:xfrm>
        </p:grpSpPr>
        <p:cxnSp>
          <p:nvCxnSpPr>
            <p:cNvPr id="896" name="Straight Arrow Connector 64"/>
            <p:cNvCxnSpPr/>
            <p:nvPr/>
          </p:nvCxnSpPr>
          <p:spPr>
            <a:xfrm>
              <a:off x="4214520" y="6026760"/>
              <a:ext cx="156600" cy="1080"/>
            </a:xfrm>
            <a:prstGeom prst="straightConnector1">
              <a:avLst/>
            </a:prstGeom>
            <a:ln w="0">
              <a:solidFill>
                <a:srgbClr val="FFFFFF"/>
              </a:solidFill>
              <a:tailEnd type="triangle" w="med" len="med"/>
            </a:ln>
          </p:spPr>
        </p:cxnSp>
        <p:sp>
          <p:nvSpPr>
            <p:cNvPr id="897" name="Oval 65"/>
            <p:cNvSpPr/>
            <p:nvPr/>
          </p:nvSpPr>
          <p:spPr>
            <a:xfrm>
              <a:off x="4129920" y="5982120"/>
              <a:ext cx="91440" cy="88920"/>
            </a:xfrm>
            <a:prstGeom prst="ellipse">
              <a:avLst/>
            </a:prstGeom>
            <a:solidFill>
              <a:schemeClr val="accent3"/>
            </a:solidFill>
            <a:ln w="0">
              <a:solidFill>
                <a:srgbClr val="FFFFFF"/>
              </a:solidFill>
            </a:ln>
          </p:spPr>
          <p:style>
            <a:lnRef idx="0">
              <a:scrgbClr r="0" g="0" b="0"/>
            </a:lnRef>
            <a:fillRef idx="0">
              <a:scrgbClr r="0" g="0" b="0"/>
            </a:fillRef>
            <a:effectRef idx="0">
              <a:scrgbClr r="0" g="0" b="0"/>
            </a:effectRef>
            <a:fontRef idx="minor"/>
          </p:style>
          <p:txBody>
            <a:bodyPr lIns="90000" tIns="18720" rIns="90000" bIns="18720" anchor="ctr">
              <a:noAutofit/>
            </a:bodyPr>
            <a:lstStyle/>
            <a:p>
              <a:pPr algn="ctr" defTabSz="914400">
                <a:lnSpc>
                  <a:spcPct val="100000"/>
                </a:lnSpc>
                <a:tabLst>
                  <a:tab pos="0" algn="l"/>
                </a:tabLst>
              </a:pPr>
              <a:endParaRPr lang="en-US" sz="1800" b="0" strike="noStrike" spc="-1">
                <a:solidFill>
                  <a:srgbClr val="FFFFFF"/>
                </a:solidFill>
                <a:latin typeface="Open Sans"/>
                <a:ea typeface="Open Sans"/>
              </a:endParaRPr>
            </a:p>
          </p:txBody>
        </p:sp>
      </p:grpSp>
      <p:sp>
        <p:nvSpPr>
          <p:cNvPr id="898" name="Picture Placeholder 8"/>
          <p:cNvSpPr/>
          <p:nvPr/>
        </p:nvSpPr>
        <p:spPr>
          <a:xfrm>
            <a:off x="219960" y="1031040"/>
            <a:ext cx="3830400" cy="5419080"/>
          </a:xfrm>
          <a:custGeom>
            <a:avLst/>
            <a:gdLst>
              <a:gd name="textAreaLeft" fmla="*/ 0 w 3830400"/>
              <a:gd name="textAreaRight" fmla="*/ 3831480 w 3830400"/>
              <a:gd name="textAreaTop" fmla="*/ 0 h 5419080"/>
              <a:gd name="textAreaBottom" fmla="*/ 5420160 h 5419080"/>
            </a:gdLst>
            <a:ahLst/>
            <a:cxnLst/>
            <a:rect l="textAreaLeft" t="textAreaTop" r="textAreaRight" b="textAreaBottom"/>
            <a:pathLst>
              <a:path w="3831570" h="5420165">
                <a:moveTo>
                  <a:pt x="0" y="0"/>
                </a:moveTo>
                <a:lnTo>
                  <a:pt x="3831570" y="0"/>
                </a:lnTo>
                <a:lnTo>
                  <a:pt x="3831570" y="5420165"/>
                </a:lnTo>
                <a:lnTo>
                  <a:pt x="0" y="5420165"/>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899" name="Title 1"/>
          <p:cNvSpPr/>
          <p:nvPr/>
        </p:nvSpPr>
        <p:spPr>
          <a:xfrm>
            <a:off x="203760" y="1735920"/>
            <a:ext cx="3957480" cy="4290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spcAft>
                <a:spcPts val="601"/>
              </a:spcAft>
            </a:pPr>
            <a:r>
              <a:rPr lang="en-IN" sz="1600" b="1" strike="noStrike" spc="-1">
                <a:solidFill>
                  <a:schemeClr val="accent5"/>
                </a:solidFill>
                <a:latin typeface="Open Sans"/>
                <a:ea typeface="Open Sans"/>
              </a:rPr>
              <a:t>EU</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AENEAS</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EPoSS</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INSIDE</a:t>
            </a:r>
            <a:endParaRPr lang="en-US" sz="1600" b="0" strike="noStrike" spc="-1">
              <a:solidFill>
                <a:srgbClr val="000000"/>
              </a:solidFill>
              <a:latin typeface="Arial"/>
            </a:endParaRPr>
          </a:p>
          <a:p>
            <a:pPr algn="ctr" defTabSz="914400">
              <a:lnSpc>
                <a:spcPct val="100000"/>
              </a:lnSpc>
              <a:spcAft>
                <a:spcPts val="601"/>
              </a:spcAft>
            </a:pPr>
            <a:r>
              <a:rPr lang="en-IN" sz="1600" b="1" strike="noStrike" spc="-1">
                <a:solidFill>
                  <a:schemeClr val="accent5"/>
                </a:solidFill>
                <a:latin typeface="Open Sans"/>
                <a:ea typeface="Open Sans"/>
              </a:rPr>
              <a:t>Chips JU</a:t>
            </a:r>
            <a:endParaRPr lang="en-US" sz="1600" b="0" strike="noStrike" spc="-1">
              <a:solidFill>
                <a:srgbClr val="000000"/>
              </a:solidFill>
              <a:latin typeface="Arial"/>
            </a:endParaRPr>
          </a:p>
          <a:p>
            <a:pPr algn="ctr" defTabSz="914400">
              <a:lnSpc>
                <a:spcPct val="170000"/>
              </a:lnSpc>
            </a:pPr>
            <a:endParaRPr lang="en-US" sz="1600" b="0" strike="noStrike" spc="-1">
              <a:solidFill>
                <a:srgbClr val="000000"/>
              </a:solidFill>
              <a:latin typeface="Arial"/>
            </a:endParaRPr>
          </a:p>
        </p:txBody>
      </p:sp>
      <p:pic>
        <p:nvPicPr>
          <p:cNvPr id="900" name="Picture 69" descr="A logo for a company&#10;&#10;Description automatically generated"/>
          <p:cNvPicPr/>
          <p:nvPr/>
        </p:nvPicPr>
        <p:blipFill>
          <a:blip r:embed="rId7"/>
          <a:stretch/>
        </p:blipFill>
        <p:spPr>
          <a:xfrm>
            <a:off x="4521600" y="3196080"/>
            <a:ext cx="953280" cy="363240"/>
          </a:xfrm>
          <a:prstGeom prst="rect">
            <a:avLst/>
          </a:prstGeom>
          <a:ln w="0">
            <a:noFill/>
          </a:ln>
        </p:spPr>
      </p:pic>
      <p:pic>
        <p:nvPicPr>
          <p:cNvPr id="901" name="Picture 70" descr="A close up of a logo&#10;&#10;Description automatically generated"/>
          <p:cNvPicPr/>
          <p:nvPr/>
        </p:nvPicPr>
        <p:blipFill>
          <a:blip r:embed="rId8"/>
          <a:stretch/>
        </p:blipFill>
        <p:spPr>
          <a:xfrm>
            <a:off x="4558680" y="4380120"/>
            <a:ext cx="879480" cy="310320"/>
          </a:xfrm>
          <a:prstGeom prst="rect">
            <a:avLst/>
          </a:prstGeom>
          <a:ln w="0">
            <a:noFill/>
          </a:ln>
        </p:spPr>
      </p:pic>
      <p:pic>
        <p:nvPicPr>
          <p:cNvPr id="902" name="Picture 71" descr="Background pattern&#10;&#10;Description automatically generated"/>
          <p:cNvPicPr/>
          <p:nvPr/>
        </p:nvPicPr>
        <p:blipFill>
          <a:blip r:embed="rId9"/>
          <a:stretch/>
        </p:blipFill>
        <p:spPr>
          <a:xfrm>
            <a:off x="4546800" y="1016280"/>
            <a:ext cx="902880" cy="601920"/>
          </a:xfrm>
          <a:prstGeom prst="rect">
            <a:avLst/>
          </a:prstGeom>
          <a:ln w="0">
            <a:noFill/>
          </a:ln>
        </p:spPr>
      </p:pic>
      <p:sp>
        <p:nvSpPr>
          <p:cNvPr id="903" name="TextBox 72"/>
          <p:cNvSpPr/>
          <p:nvPr/>
        </p:nvSpPr>
        <p:spPr>
          <a:xfrm>
            <a:off x="5465520" y="1627200"/>
            <a:ext cx="6596280" cy="118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400" b="0" i="1" strike="noStrike" spc="-1">
                <a:solidFill>
                  <a:srgbClr val="03234B"/>
                </a:solidFill>
                <a:latin typeface="Open Sans"/>
                <a:ea typeface="Open Sans"/>
              </a:rPr>
              <a:t>AENEAS standing for Association for European NanoElectronics ActivitieS, is an industrial Association, established in 2006, providing unparalleled networking opportunities, policy influence &amp; supported access to funding to all types RD&amp;I participants in the field of micro and nanoelectronics enabled components and systems. </a:t>
            </a:r>
            <a:r>
              <a:rPr lang="en-US" sz="1400" b="0" i="1" u="sng" strike="noStrike" spc="-1">
                <a:solidFill>
                  <a:srgbClr val="0563C1"/>
                </a:solidFill>
                <a:uFillTx/>
                <a:latin typeface="Open Sans"/>
                <a:ea typeface="Open Sans"/>
                <a:hlinkClick r:id="rId10"/>
              </a:rPr>
              <a:t>https://aeneas-office.org/</a:t>
            </a:r>
            <a:r>
              <a:rPr lang="en-US" sz="1400" b="0" i="1" strike="noStrike" spc="-1">
                <a:solidFill>
                  <a:srgbClr val="03234B"/>
                </a:solidFill>
                <a:latin typeface="Open Sans"/>
                <a:ea typeface="Open Sans"/>
              </a:rPr>
              <a:t>    </a:t>
            </a:r>
            <a:endParaRPr lang="en-US" sz="1400" b="0" strike="noStrike" spc="-1">
              <a:solidFill>
                <a:srgbClr val="000000"/>
              </a:solidFill>
              <a:latin typeface="Arial"/>
            </a:endParaRPr>
          </a:p>
        </p:txBody>
      </p:sp>
      <p:pic>
        <p:nvPicPr>
          <p:cNvPr id="904" name="Picture 73" descr="A blue and green logo&#10;&#10;Description automatically generated"/>
          <p:cNvPicPr/>
          <p:nvPr/>
        </p:nvPicPr>
        <p:blipFill>
          <a:blip r:embed="rId11"/>
          <a:stretch/>
        </p:blipFill>
        <p:spPr>
          <a:xfrm>
            <a:off x="4521600" y="2041560"/>
            <a:ext cx="953280" cy="333720"/>
          </a:xfrm>
          <a:prstGeom prst="rect">
            <a:avLst/>
          </a:prstGeom>
          <a:ln w="0">
            <a:noFill/>
          </a:ln>
        </p:spPr>
      </p:pic>
      <p:pic>
        <p:nvPicPr>
          <p:cNvPr id="905" name="Picture 74" descr="A blue text on a black background&#10;&#10;Description automatically generated"/>
          <p:cNvPicPr/>
          <p:nvPr/>
        </p:nvPicPr>
        <p:blipFill>
          <a:blip r:embed="rId12"/>
          <a:stretch/>
        </p:blipFill>
        <p:spPr>
          <a:xfrm>
            <a:off x="4530960" y="5530680"/>
            <a:ext cx="934920" cy="382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p14:dur="10" advTm="8000"/>
    </mc:Choice>
    <mc:Fallback xmlns:p15="http://schemas.microsoft.com/office/powerpoint/2012/main" xmlns="">
      <p:transition advTm="8000"/>
    </mc:Fallback>
  </mc:AlternateContent>
</p:sld>
</file>

<file path=ppt/theme/theme1.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2.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3.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4.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5.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6.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7.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8.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9.xml><?xml version="1.0" encoding="utf-8"?>
<a:theme xmlns:a="http://schemas.openxmlformats.org/drawingml/2006/main" name="3_Office Theme">
  <a:themeElements>
    <a:clrScheme name="Custom 7">
      <a:dk1>
        <a:srgbClr val="000000"/>
      </a:dk1>
      <a:lt1>
        <a:srgbClr val="FFFFFF"/>
      </a:lt1>
      <a:dk2>
        <a:srgbClr val="000000"/>
      </a:dk2>
      <a:lt2>
        <a:srgbClr val="FFFFFF"/>
      </a:lt2>
      <a:accent1>
        <a:srgbClr val="152B77"/>
      </a:accent1>
      <a:accent2>
        <a:srgbClr val="D50581"/>
      </a:accent2>
      <a:accent3>
        <a:srgbClr val="943AAC"/>
      </a:accent3>
      <a:accent4>
        <a:srgbClr val="000000"/>
      </a:accent4>
      <a:accent5>
        <a:srgbClr val="FFFFFF"/>
      </a:accent5>
      <a:accent6>
        <a:srgbClr val="AA6B03"/>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0.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11798</TotalTime>
  <Words>1558</Words>
  <Application>Microsoft Office PowerPoint</Application>
  <PresentationFormat>Widescreen</PresentationFormat>
  <Paragraphs>137</Paragraphs>
  <Slides>23</Slides>
  <Notes>5</Notes>
  <HiddenSlides>0</HiddenSlides>
  <MMClips>5</MMClips>
  <ScaleCrop>false</ScaleCrop>
  <HeadingPairs>
    <vt:vector size="6" baseType="variant">
      <vt:variant>
        <vt:lpstr>Fonts Used</vt:lpstr>
      </vt:variant>
      <vt:variant>
        <vt:i4>9</vt:i4>
      </vt:variant>
      <vt:variant>
        <vt:lpstr>Theme</vt:lpstr>
      </vt:variant>
      <vt:variant>
        <vt:i4>19</vt:i4>
      </vt:variant>
      <vt:variant>
        <vt:lpstr>Slide Titles</vt:lpstr>
      </vt:variant>
      <vt:variant>
        <vt:i4>23</vt:i4>
      </vt:variant>
    </vt:vector>
  </HeadingPairs>
  <TitlesOfParts>
    <vt:vector size="51" baseType="lpstr">
      <vt:lpstr>Arial</vt:lpstr>
      <vt:lpstr>Calibri</vt:lpstr>
      <vt:lpstr>Century Gothic</vt:lpstr>
      <vt:lpstr>Montserrat</vt:lpstr>
      <vt:lpstr>Noto Sans</vt:lpstr>
      <vt:lpstr>Open Sans</vt:lpstr>
      <vt:lpstr>Symbol</vt:lpstr>
      <vt:lpstr>Times New Roman</vt:lpstr>
      <vt:lpstr>Wingdings</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3_Office Theme</vt:lpstr>
      <vt:lpstr>PowerPoint Presentation</vt:lpstr>
      <vt:lpstr>PowerPoint Presentation</vt:lpstr>
      <vt:lpstr>Presentation Outline</vt:lpstr>
      <vt:lpstr>Introduction</vt:lpstr>
      <vt:lpstr>Introduction</vt:lpstr>
      <vt:lpstr>Introduction</vt:lpstr>
      <vt:lpstr>State-of-the-art</vt:lpstr>
      <vt:lpstr>Research Question</vt:lpstr>
      <vt:lpstr>Methodology</vt:lpstr>
      <vt:lpstr>Design and Implementation: Thin Client / Fat Cloud</vt:lpstr>
      <vt:lpstr>Design and Implementation: Edge-AI Modules</vt:lpstr>
      <vt:lpstr>Orbit Demo: Ceramic Flower Clock</vt:lpstr>
      <vt:lpstr>Orbit Demo: Running Shoes</vt:lpstr>
      <vt:lpstr>Task Demo: Ceramic Flower Clock</vt:lpstr>
      <vt:lpstr>Task Demo: Running Shoes</vt:lpstr>
      <vt:lpstr>Task Demo: Wooden Rolling Pin</vt:lpstr>
      <vt:lpstr>Next Steps for MAIESTRO</vt:lpstr>
      <vt:lpstr>Conclusion</vt:lpstr>
      <vt:lpstr>PowerPoint Presentation</vt:lpstr>
      <vt:lpstr>Event Organisers</vt:lpstr>
      <vt:lpstr>Event Organisers</vt:lpstr>
      <vt:lpstr>Event Organisers</vt:lpstr>
      <vt:lpstr>Supporting Organizations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OV</dc:creator>
  <dc:description/>
  <cp:lastModifiedBy>Graham Pellegrini</cp:lastModifiedBy>
  <cp:revision>347</cp:revision>
  <dcterms:created xsi:type="dcterms:W3CDTF">2020-04-10T03:28:51Z</dcterms:created>
  <dcterms:modified xsi:type="dcterms:W3CDTF">2026-10-16T12:04:03Z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Widescreen</vt:lpwstr>
  </property>
  <property fmtid="{D5CDD505-2E9C-101B-9397-08002B2CF9AE}" pid="4" name="Slides">
    <vt:i4>16</vt:i4>
  </property>
  <property fmtid="{D5CDD505-2E9C-101B-9397-08002B2CF9AE}" pid="5" name="_AdHocReviewCycleID">
    <vt:i4>667912164</vt:i4>
  </property>
  <property fmtid="{D5CDD505-2E9C-101B-9397-08002B2CF9AE}" pid="6" name="_AuthorEmail">
    <vt:lpwstr>Ovidiu.Vermesan@sintef.no</vt:lpwstr>
  </property>
  <property fmtid="{D5CDD505-2E9C-101B-9397-08002B2CF9AE}" pid="7" name="_AuthorEmailDisplayName">
    <vt:lpwstr>Ovidiu Vermesan</vt:lpwstr>
  </property>
  <property fmtid="{D5CDD505-2E9C-101B-9397-08002B2CF9AE}" pid="8" name="_EmailSubject">
    <vt:lpwstr>EAI Workshop</vt:lpwstr>
  </property>
  <property fmtid="{D5CDD505-2E9C-101B-9397-08002B2CF9AE}" pid="9" name="_NewReviewCycle">
    <vt:lpwstr/>
  </property>
</Properties>
</file>